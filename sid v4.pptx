
<file path=[Content_Types].xml><?xml version="1.0" encoding="utf-8"?>
<Types xmlns="http://schemas.openxmlformats.org/package/2006/content-types">
  <Default Extension="bin" ContentType="application/vnd.openxmlformats-officedocument.oleObject"/>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5"/>
  </p:sldMasterIdLst>
  <p:notesMasterIdLst>
    <p:notesMasterId r:id="rId26"/>
  </p:notesMasterIdLst>
  <p:sldIdLst>
    <p:sldId id="324" r:id="rId6"/>
    <p:sldId id="364" r:id="rId7"/>
    <p:sldId id="396" r:id="rId8"/>
    <p:sldId id="384" r:id="rId9"/>
    <p:sldId id="385" r:id="rId10"/>
    <p:sldId id="375" r:id="rId11"/>
    <p:sldId id="397" r:id="rId12"/>
    <p:sldId id="400" r:id="rId13"/>
    <p:sldId id="399" r:id="rId14"/>
    <p:sldId id="387" r:id="rId15"/>
    <p:sldId id="388" r:id="rId16"/>
    <p:sldId id="390" r:id="rId17"/>
    <p:sldId id="391" r:id="rId18"/>
    <p:sldId id="392" r:id="rId19"/>
    <p:sldId id="393" r:id="rId20"/>
    <p:sldId id="401" r:id="rId21"/>
    <p:sldId id="394" r:id="rId22"/>
    <p:sldId id="381" r:id="rId23"/>
    <p:sldId id="395" r:id="rId24"/>
    <p:sldId id="398" r:id="rId25"/>
  </p:sldIdLst>
  <p:sldSz cx="12192000" cy="6858000"/>
  <p:notesSz cx="6950075" cy="9236075"/>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heng, Wei-Chung" initials="CWC" lastIdx="1" clrIdx="0">
    <p:extLst>
      <p:ext uri="{19B8F6BF-5375-455C-9EA6-DF929625EA0E}">
        <p15:presenceInfo xmlns:p15="http://schemas.microsoft.com/office/powerpoint/2012/main" userId="S::WCC4@fda.gov::4edd7910-2cb6-49ab-8070-73f49ba0c7ff"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6699"/>
    <a:srgbClr val="334957"/>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0803E2A-B62B-4184-A5E5-5955D2B407EA}" v="74" dt="2023-05-25T17:24:28.5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00" autoAdjust="0"/>
    <p:restoredTop sz="88402" autoAdjust="0"/>
  </p:normalViewPr>
  <p:slideViewPr>
    <p:cSldViewPr snapToGrid="0" snapToObjects="1">
      <p:cViewPr varScale="1">
        <p:scale>
          <a:sx n="76" d="100"/>
          <a:sy n="76" d="100"/>
        </p:scale>
        <p:origin x="715" y="29"/>
      </p:cViewPr>
      <p:guideLst>
        <p:guide orient="horz" pos="2160"/>
        <p:guide pos="3840"/>
      </p:guideLst>
    </p:cSldViewPr>
  </p:slideViewPr>
  <p:notesTextViewPr>
    <p:cViewPr>
      <p:scale>
        <a:sx n="3" d="2"/>
        <a:sy n="3" d="2"/>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microsoft.com/office/2016/11/relationships/changesInfo" Target="changesInfos/changesInfo1.xml"/><Relationship Id="rId5" Type="http://schemas.openxmlformats.org/officeDocument/2006/relationships/slideMaster" Target="slideMasters/slideMaster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presProps" Target="presProp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tableStyles" Target="tableStyles.xml"/><Relationship Id="rId4" Type="http://schemas.openxmlformats.org/officeDocument/2006/relationships/customXml" Target="../customXml/item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commentAuthors" Target="commentAuthors.xml"/><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eng, Wei-Chung" userId="4edd7910-2cb6-49ab-8070-73f49ba0c7ff" providerId="ADAL" clId="{3B64111A-1836-4453-A498-15C82F99564A}"/>
    <pc:docChg chg="undo custSel addSld delSld modSld">
      <pc:chgData name="Cheng, Wei-Chung" userId="4edd7910-2cb6-49ab-8070-73f49ba0c7ff" providerId="ADAL" clId="{3B64111A-1836-4453-A498-15C82F99564A}" dt="2023-05-24T15:57:06.873" v="1386" actId="20577"/>
      <pc:docMkLst>
        <pc:docMk/>
      </pc:docMkLst>
      <pc:sldChg chg="modSp mod">
        <pc:chgData name="Cheng, Wei-Chung" userId="4edd7910-2cb6-49ab-8070-73f49ba0c7ff" providerId="ADAL" clId="{3B64111A-1836-4453-A498-15C82F99564A}" dt="2023-05-24T15:46:04.813" v="1294" actId="14100"/>
        <pc:sldMkLst>
          <pc:docMk/>
          <pc:sldMk cId="1215084195" sldId="324"/>
        </pc:sldMkLst>
        <pc:spChg chg="mod">
          <ac:chgData name="Cheng, Wei-Chung" userId="4edd7910-2cb6-49ab-8070-73f49ba0c7ff" providerId="ADAL" clId="{3B64111A-1836-4453-A498-15C82F99564A}" dt="2023-05-24T15:46:04.813" v="1294" actId="14100"/>
          <ac:spMkLst>
            <pc:docMk/>
            <pc:sldMk cId="1215084195" sldId="324"/>
            <ac:spMk id="4" creationId="{00000000-0000-0000-0000-000000000000}"/>
          </ac:spMkLst>
        </pc:spChg>
      </pc:sldChg>
      <pc:sldChg chg="modSp mod modNotesTx">
        <pc:chgData name="Cheng, Wei-Chung" userId="4edd7910-2cb6-49ab-8070-73f49ba0c7ff" providerId="ADAL" clId="{3B64111A-1836-4453-A498-15C82F99564A}" dt="2023-05-24T15:25:25.666" v="1019" actId="20577"/>
        <pc:sldMkLst>
          <pc:docMk/>
          <pc:sldMk cId="2162539531" sldId="364"/>
        </pc:sldMkLst>
        <pc:spChg chg="mod">
          <ac:chgData name="Cheng, Wei-Chung" userId="4edd7910-2cb6-49ab-8070-73f49ba0c7ff" providerId="ADAL" clId="{3B64111A-1836-4453-A498-15C82F99564A}" dt="2023-05-24T14:41:49.066" v="130" actId="313"/>
          <ac:spMkLst>
            <pc:docMk/>
            <pc:sldMk cId="2162539531" sldId="364"/>
            <ac:spMk id="5" creationId="{BC047DDD-FCC6-465E-9F11-9E74AED32C09}"/>
          </ac:spMkLst>
        </pc:spChg>
      </pc:sldChg>
      <pc:sldChg chg="modSp mod">
        <pc:chgData name="Cheng, Wei-Chung" userId="4edd7910-2cb6-49ab-8070-73f49ba0c7ff" providerId="ADAL" clId="{3B64111A-1836-4453-A498-15C82F99564A}" dt="2023-05-24T15:30:40.254" v="1032" actId="20577"/>
        <pc:sldMkLst>
          <pc:docMk/>
          <pc:sldMk cId="692629514" sldId="387"/>
        </pc:sldMkLst>
        <pc:spChg chg="mod">
          <ac:chgData name="Cheng, Wei-Chung" userId="4edd7910-2cb6-49ab-8070-73f49ba0c7ff" providerId="ADAL" clId="{3B64111A-1836-4453-A498-15C82F99564A}" dt="2023-05-24T15:30:40.254" v="1032" actId="20577"/>
          <ac:spMkLst>
            <pc:docMk/>
            <pc:sldMk cId="692629514" sldId="387"/>
            <ac:spMk id="4" creationId="{AFBA5C9E-12B3-4216-9084-8B3EA671F7C5}"/>
          </ac:spMkLst>
        </pc:spChg>
      </pc:sldChg>
      <pc:sldChg chg="modSp mod">
        <pc:chgData name="Cheng, Wei-Chung" userId="4edd7910-2cb6-49ab-8070-73f49ba0c7ff" providerId="ADAL" clId="{3B64111A-1836-4453-A498-15C82F99564A}" dt="2023-05-24T15:30:47.037" v="1042" actId="20577"/>
        <pc:sldMkLst>
          <pc:docMk/>
          <pc:sldMk cId="565935721" sldId="388"/>
        </pc:sldMkLst>
        <pc:spChg chg="mod">
          <ac:chgData name="Cheng, Wei-Chung" userId="4edd7910-2cb6-49ab-8070-73f49ba0c7ff" providerId="ADAL" clId="{3B64111A-1836-4453-A498-15C82F99564A}" dt="2023-05-24T15:30:47.037" v="1042" actId="20577"/>
          <ac:spMkLst>
            <pc:docMk/>
            <pc:sldMk cId="565935721" sldId="388"/>
            <ac:spMk id="4" creationId="{AFBA5C9E-12B3-4216-9084-8B3EA671F7C5}"/>
          </ac:spMkLst>
        </pc:spChg>
      </pc:sldChg>
      <pc:sldChg chg="modSp mod">
        <pc:chgData name="Cheng, Wei-Chung" userId="4edd7910-2cb6-49ab-8070-73f49ba0c7ff" providerId="ADAL" clId="{3B64111A-1836-4453-A498-15C82F99564A}" dt="2023-05-24T15:30:53.793" v="1052" actId="20577"/>
        <pc:sldMkLst>
          <pc:docMk/>
          <pc:sldMk cId="1282689222" sldId="390"/>
        </pc:sldMkLst>
        <pc:spChg chg="mod">
          <ac:chgData name="Cheng, Wei-Chung" userId="4edd7910-2cb6-49ab-8070-73f49ba0c7ff" providerId="ADAL" clId="{3B64111A-1836-4453-A498-15C82F99564A}" dt="2023-05-24T15:30:53.793" v="1052" actId="20577"/>
          <ac:spMkLst>
            <pc:docMk/>
            <pc:sldMk cId="1282689222" sldId="390"/>
            <ac:spMk id="4" creationId="{AFBA5C9E-12B3-4216-9084-8B3EA671F7C5}"/>
          </ac:spMkLst>
        </pc:spChg>
        <pc:spChg chg="mod">
          <ac:chgData name="Cheng, Wei-Chung" userId="4edd7910-2cb6-49ab-8070-73f49ba0c7ff" providerId="ADAL" clId="{3B64111A-1836-4453-A498-15C82F99564A}" dt="2023-05-24T15:29:48.669" v="1022" actId="20577"/>
          <ac:spMkLst>
            <pc:docMk/>
            <pc:sldMk cId="1282689222" sldId="390"/>
            <ac:spMk id="5" creationId="{BC047DDD-FCC6-465E-9F11-9E74AED32C09}"/>
          </ac:spMkLst>
        </pc:spChg>
        <pc:picChg chg="mod">
          <ac:chgData name="Cheng, Wei-Chung" userId="4edd7910-2cb6-49ab-8070-73f49ba0c7ff" providerId="ADAL" clId="{3B64111A-1836-4453-A498-15C82F99564A}" dt="2023-05-24T15:29:43.007" v="1021" actId="1076"/>
          <ac:picMkLst>
            <pc:docMk/>
            <pc:sldMk cId="1282689222" sldId="390"/>
            <ac:picMk id="4098" creationId="{FC5D41C2-18C7-C671-7795-EDB917EC8D17}"/>
          </ac:picMkLst>
        </pc:picChg>
      </pc:sldChg>
      <pc:sldChg chg="modSp mod">
        <pc:chgData name="Cheng, Wei-Chung" userId="4edd7910-2cb6-49ab-8070-73f49ba0c7ff" providerId="ADAL" clId="{3B64111A-1836-4453-A498-15C82F99564A}" dt="2023-05-24T15:32:02.475" v="1127" actId="20577"/>
        <pc:sldMkLst>
          <pc:docMk/>
          <pc:sldMk cId="194498676" sldId="391"/>
        </pc:sldMkLst>
        <pc:spChg chg="mod">
          <ac:chgData name="Cheng, Wei-Chung" userId="4edd7910-2cb6-49ab-8070-73f49ba0c7ff" providerId="ADAL" clId="{3B64111A-1836-4453-A498-15C82F99564A}" dt="2023-05-24T15:32:02.475" v="1127" actId="20577"/>
          <ac:spMkLst>
            <pc:docMk/>
            <pc:sldMk cId="194498676" sldId="391"/>
            <ac:spMk id="4" creationId="{AFBA5C9E-12B3-4216-9084-8B3EA671F7C5}"/>
          </ac:spMkLst>
        </pc:spChg>
      </pc:sldChg>
      <pc:sldChg chg="modSp mod">
        <pc:chgData name="Cheng, Wei-Chung" userId="4edd7910-2cb6-49ab-8070-73f49ba0c7ff" providerId="ADAL" clId="{3B64111A-1836-4453-A498-15C82F99564A}" dt="2023-05-24T15:57:06.873" v="1386" actId="20577"/>
        <pc:sldMkLst>
          <pc:docMk/>
          <pc:sldMk cId="569747284" sldId="393"/>
        </pc:sldMkLst>
        <pc:spChg chg="mod">
          <ac:chgData name="Cheng, Wei-Chung" userId="4edd7910-2cb6-49ab-8070-73f49ba0c7ff" providerId="ADAL" clId="{3B64111A-1836-4453-A498-15C82F99564A}" dt="2023-05-24T15:32:32.805" v="1141" actId="20577"/>
          <ac:spMkLst>
            <pc:docMk/>
            <pc:sldMk cId="569747284" sldId="393"/>
            <ac:spMk id="4" creationId="{AFBA5C9E-12B3-4216-9084-8B3EA671F7C5}"/>
          </ac:spMkLst>
        </pc:spChg>
        <pc:spChg chg="mod">
          <ac:chgData name="Cheng, Wei-Chung" userId="4edd7910-2cb6-49ab-8070-73f49ba0c7ff" providerId="ADAL" clId="{3B64111A-1836-4453-A498-15C82F99564A}" dt="2023-05-24T15:57:06.873" v="1386" actId="20577"/>
          <ac:spMkLst>
            <pc:docMk/>
            <pc:sldMk cId="569747284" sldId="393"/>
            <ac:spMk id="5" creationId="{BC047DDD-FCC6-465E-9F11-9E74AED32C09}"/>
          </ac:spMkLst>
        </pc:spChg>
      </pc:sldChg>
      <pc:sldChg chg="addSp delSp modSp mod">
        <pc:chgData name="Cheng, Wei-Chung" userId="4edd7910-2cb6-49ab-8070-73f49ba0c7ff" providerId="ADAL" clId="{3B64111A-1836-4453-A498-15C82F99564A}" dt="2023-05-24T15:24:12.919" v="1018" actId="1037"/>
        <pc:sldMkLst>
          <pc:docMk/>
          <pc:sldMk cId="1500328293" sldId="396"/>
        </pc:sldMkLst>
        <pc:spChg chg="add del mod">
          <ac:chgData name="Cheng, Wei-Chung" userId="4edd7910-2cb6-49ab-8070-73f49ba0c7ff" providerId="ADAL" clId="{3B64111A-1836-4453-A498-15C82F99564A}" dt="2023-05-24T15:12:53.560" v="718"/>
          <ac:spMkLst>
            <pc:docMk/>
            <pc:sldMk cId="1500328293" sldId="396"/>
            <ac:spMk id="3" creationId="{650EE451-D53A-9609-7D21-4F787C449708}"/>
          </ac:spMkLst>
        </pc:spChg>
        <pc:spChg chg="mod">
          <ac:chgData name="Cheng, Wei-Chung" userId="4edd7910-2cb6-49ab-8070-73f49ba0c7ff" providerId="ADAL" clId="{3B64111A-1836-4453-A498-15C82F99564A}" dt="2023-05-24T15:23:35.412" v="986" actId="1076"/>
          <ac:spMkLst>
            <pc:docMk/>
            <pc:sldMk cId="1500328293" sldId="396"/>
            <ac:spMk id="5" creationId="{BC047DDD-FCC6-465E-9F11-9E74AED32C09}"/>
          </ac:spMkLst>
        </pc:spChg>
        <pc:spChg chg="add del mod">
          <ac:chgData name="Cheng, Wei-Chung" userId="4edd7910-2cb6-49ab-8070-73f49ba0c7ff" providerId="ADAL" clId="{3B64111A-1836-4453-A498-15C82F99564A}" dt="2023-05-24T15:12:53.560" v="718"/>
          <ac:spMkLst>
            <pc:docMk/>
            <pc:sldMk cId="1500328293" sldId="396"/>
            <ac:spMk id="6" creationId="{ACF44725-19D9-865C-680E-774F44837426}"/>
          </ac:spMkLst>
        </pc:spChg>
        <pc:spChg chg="add del mod">
          <ac:chgData name="Cheng, Wei-Chung" userId="4edd7910-2cb6-49ab-8070-73f49ba0c7ff" providerId="ADAL" clId="{3B64111A-1836-4453-A498-15C82F99564A}" dt="2023-05-24T15:12:53.560" v="718"/>
          <ac:spMkLst>
            <pc:docMk/>
            <pc:sldMk cId="1500328293" sldId="396"/>
            <ac:spMk id="7" creationId="{D377D66B-E825-D3CF-3565-C0CAD22F9D2C}"/>
          </ac:spMkLst>
        </pc:spChg>
        <pc:spChg chg="add del mod">
          <ac:chgData name="Cheng, Wei-Chung" userId="4edd7910-2cb6-49ab-8070-73f49ba0c7ff" providerId="ADAL" clId="{3B64111A-1836-4453-A498-15C82F99564A}" dt="2023-05-24T15:12:53.560" v="718"/>
          <ac:spMkLst>
            <pc:docMk/>
            <pc:sldMk cId="1500328293" sldId="396"/>
            <ac:spMk id="8" creationId="{A85DA5C1-996C-95AF-EB18-8E5957BCAECC}"/>
          </ac:spMkLst>
        </pc:spChg>
        <pc:spChg chg="add del mod">
          <ac:chgData name="Cheng, Wei-Chung" userId="4edd7910-2cb6-49ab-8070-73f49ba0c7ff" providerId="ADAL" clId="{3B64111A-1836-4453-A498-15C82F99564A}" dt="2023-05-24T15:12:53.560" v="718"/>
          <ac:spMkLst>
            <pc:docMk/>
            <pc:sldMk cId="1500328293" sldId="396"/>
            <ac:spMk id="9" creationId="{299764D8-6D6C-DAF2-A633-645F3541C4D8}"/>
          </ac:spMkLst>
        </pc:spChg>
        <pc:spChg chg="add del mod">
          <ac:chgData name="Cheng, Wei-Chung" userId="4edd7910-2cb6-49ab-8070-73f49ba0c7ff" providerId="ADAL" clId="{3B64111A-1836-4453-A498-15C82F99564A}" dt="2023-05-24T15:12:53.560" v="718"/>
          <ac:spMkLst>
            <pc:docMk/>
            <pc:sldMk cId="1500328293" sldId="396"/>
            <ac:spMk id="10" creationId="{181EA2F0-BB37-A116-4749-4837F35703E2}"/>
          </ac:spMkLst>
        </pc:spChg>
        <pc:spChg chg="add del mod">
          <ac:chgData name="Cheng, Wei-Chung" userId="4edd7910-2cb6-49ab-8070-73f49ba0c7ff" providerId="ADAL" clId="{3B64111A-1836-4453-A498-15C82F99564A}" dt="2023-05-24T15:12:53.560" v="718"/>
          <ac:spMkLst>
            <pc:docMk/>
            <pc:sldMk cId="1500328293" sldId="396"/>
            <ac:spMk id="11" creationId="{AAE2D9E9-B726-BC8D-1718-47F4462EBE84}"/>
          </ac:spMkLst>
        </pc:spChg>
        <pc:spChg chg="add del mod">
          <ac:chgData name="Cheng, Wei-Chung" userId="4edd7910-2cb6-49ab-8070-73f49ba0c7ff" providerId="ADAL" clId="{3B64111A-1836-4453-A498-15C82F99564A}" dt="2023-05-24T15:12:53.560" v="718"/>
          <ac:spMkLst>
            <pc:docMk/>
            <pc:sldMk cId="1500328293" sldId="396"/>
            <ac:spMk id="12" creationId="{0D955B19-F30A-FABD-00A8-BD8631958563}"/>
          </ac:spMkLst>
        </pc:spChg>
        <pc:spChg chg="add del mod">
          <ac:chgData name="Cheng, Wei-Chung" userId="4edd7910-2cb6-49ab-8070-73f49ba0c7ff" providerId="ADAL" clId="{3B64111A-1836-4453-A498-15C82F99564A}" dt="2023-05-24T15:12:53.560" v="718"/>
          <ac:spMkLst>
            <pc:docMk/>
            <pc:sldMk cId="1500328293" sldId="396"/>
            <ac:spMk id="21" creationId="{9D686DFD-3678-7919-57D3-8C710906EA67}"/>
          </ac:spMkLst>
        </pc:spChg>
        <pc:spChg chg="add del mod">
          <ac:chgData name="Cheng, Wei-Chung" userId="4edd7910-2cb6-49ab-8070-73f49ba0c7ff" providerId="ADAL" clId="{3B64111A-1836-4453-A498-15C82F99564A}" dt="2023-05-24T15:12:53.560" v="718"/>
          <ac:spMkLst>
            <pc:docMk/>
            <pc:sldMk cId="1500328293" sldId="396"/>
            <ac:spMk id="22" creationId="{8773220B-EC43-18C1-1050-96A409380CB2}"/>
          </ac:spMkLst>
        </pc:spChg>
        <pc:spChg chg="add del mod">
          <ac:chgData name="Cheng, Wei-Chung" userId="4edd7910-2cb6-49ab-8070-73f49ba0c7ff" providerId="ADAL" clId="{3B64111A-1836-4453-A498-15C82F99564A}" dt="2023-05-24T15:12:53.560" v="718"/>
          <ac:spMkLst>
            <pc:docMk/>
            <pc:sldMk cId="1500328293" sldId="396"/>
            <ac:spMk id="25" creationId="{528D5684-69EA-E0D3-D2A8-3BFB23621B48}"/>
          </ac:spMkLst>
        </pc:spChg>
        <pc:spChg chg="add del mod">
          <ac:chgData name="Cheng, Wei-Chung" userId="4edd7910-2cb6-49ab-8070-73f49ba0c7ff" providerId="ADAL" clId="{3B64111A-1836-4453-A498-15C82F99564A}" dt="2023-05-24T15:12:53.560" v="718"/>
          <ac:spMkLst>
            <pc:docMk/>
            <pc:sldMk cId="1500328293" sldId="396"/>
            <ac:spMk id="26" creationId="{BB55DEBD-38A4-1D06-0974-E8E209357EEE}"/>
          </ac:spMkLst>
        </pc:spChg>
        <pc:spChg chg="add del mod">
          <ac:chgData name="Cheng, Wei-Chung" userId="4edd7910-2cb6-49ab-8070-73f49ba0c7ff" providerId="ADAL" clId="{3B64111A-1836-4453-A498-15C82F99564A}" dt="2023-05-24T15:12:53.560" v="718"/>
          <ac:spMkLst>
            <pc:docMk/>
            <pc:sldMk cId="1500328293" sldId="396"/>
            <ac:spMk id="29" creationId="{84ADC90B-5CC6-C497-F902-67C5BE3B2C8D}"/>
          </ac:spMkLst>
        </pc:spChg>
        <pc:spChg chg="add mod">
          <ac:chgData name="Cheng, Wei-Chung" userId="4edd7910-2cb6-49ab-8070-73f49ba0c7ff" providerId="ADAL" clId="{3B64111A-1836-4453-A498-15C82F99564A}" dt="2023-05-24T15:24:12.919" v="1018" actId="1037"/>
          <ac:spMkLst>
            <pc:docMk/>
            <pc:sldMk cId="1500328293" sldId="396"/>
            <ac:spMk id="34" creationId="{2562BC5F-68B6-978D-DB66-4C8BF2D5C92A}"/>
          </ac:spMkLst>
        </pc:spChg>
        <pc:spChg chg="add mod">
          <ac:chgData name="Cheng, Wei-Chung" userId="4edd7910-2cb6-49ab-8070-73f49ba0c7ff" providerId="ADAL" clId="{3B64111A-1836-4453-A498-15C82F99564A}" dt="2023-05-24T15:24:12.919" v="1018" actId="1037"/>
          <ac:spMkLst>
            <pc:docMk/>
            <pc:sldMk cId="1500328293" sldId="396"/>
            <ac:spMk id="35" creationId="{2A172D51-6E26-EC6B-9E55-9B6498DEA8C2}"/>
          </ac:spMkLst>
        </pc:spChg>
        <pc:spChg chg="add mod">
          <ac:chgData name="Cheng, Wei-Chung" userId="4edd7910-2cb6-49ab-8070-73f49ba0c7ff" providerId="ADAL" clId="{3B64111A-1836-4453-A498-15C82F99564A}" dt="2023-05-24T15:24:12.919" v="1018" actId="1037"/>
          <ac:spMkLst>
            <pc:docMk/>
            <pc:sldMk cId="1500328293" sldId="396"/>
            <ac:spMk id="36" creationId="{FDBBA5A8-6EBA-D072-DFD5-A2AF3AD7A910}"/>
          </ac:spMkLst>
        </pc:spChg>
        <pc:spChg chg="add del mod">
          <ac:chgData name="Cheng, Wei-Chung" userId="4edd7910-2cb6-49ab-8070-73f49ba0c7ff" providerId="ADAL" clId="{3B64111A-1836-4453-A498-15C82F99564A}" dt="2023-05-24T15:18:02.235" v="829" actId="478"/>
          <ac:spMkLst>
            <pc:docMk/>
            <pc:sldMk cId="1500328293" sldId="396"/>
            <ac:spMk id="37" creationId="{5DBB25B7-669F-76CE-20B4-10771F1EE15C}"/>
          </ac:spMkLst>
        </pc:spChg>
        <pc:spChg chg="add del mod">
          <ac:chgData name="Cheng, Wei-Chung" userId="4edd7910-2cb6-49ab-8070-73f49ba0c7ff" providerId="ADAL" clId="{3B64111A-1836-4453-A498-15C82F99564A}" dt="2023-05-24T15:18:07.149" v="832" actId="478"/>
          <ac:spMkLst>
            <pc:docMk/>
            <pc:sldMk cId="1500328293" sldId="396"/>
            <ac:spMk id="38" creationId="{085B71FB-F183-743E-7F90-95A7A74D4599}"/>
          </ac:spMkLst>
        </pc:spChg>
        <pc:spChg chg="add del mod">
          <ac:chgData name="Cheng, Wei-Chung" userId="4edd7910-2cb6-49ab-8070-73f49ba0c7ff" providerId="ADAL" clId="{3B64111A-1836-4453-A498-15C82F99564A}" dt="2023-05-24T15:17:41.868" v="826" actId="478"/>
          <ac:spMkLst>
            <pc:docMk/>
            <pc:sldMk cId="1500328293" sldId="396"/>
            <ac:spMk id="39" creationId="{632A80F2-B36C-8329-2C4C-80BC856AFAFD}"/>
          </ac:spMkLst>
        </pc:spChg>
        <pc:spChg chg="add del mod">
          <ac:chgData name="Cheng, Wei-Chung" userId="4edd7910-2cb6-49ab-8070-73f49ba0c7ff" providerId="ADAL" clId="{3B64111A-1836-4453-A498-15C82F99564A}" dt="2023-05-24T15:17:45.357" v="828" actId="478"/>
          <ac:spMkLst>
            <pc:docMk/>
            <pc:sldMk cId="1500328293" sldId="396"/>
            <ac:spMk id="40" creationId="{A867415B-6F12-63A9-8455-4856AFF95761}"/>
          </ac:spMkLst>
        </pc:spChg>
        <pc:spChg chg="add mod">
          <ac:chgData name="Cheng, Wei-Chung" userId="4edd7910-2cb6-49ab-8070-73f49ba0c7ff" providerId="ADAL" clId="{3B64111A-1836-4453-A498-15C82F99564A}" dt="2023-05-24T15:24:12.919" v="1018" actId="1037"/>
          <ac:spMkLst>
            <pc:docMk/>
            <pc:sldMk cId="1500328293" sldId="396"/>
            <ac:spMk id="41" creationId="{93BC7E84-B965-80AE-FED3-80A0A3143195}"/>
          </ac:spMkLst>
        </pc:spChg>
        <pc:spChg chg="add del mod">
          <ac:chgData name="Cheng, Wei-Chung" userId="4edd7910-2cb6-49ab-8070-73f49ba0c7ff" providerId="ADAL" clId="{3B64111A-1836-4453-A498-15C82F99564A}" dt="2023-05-24T15:17:29.372" v="822" actId="478"/>
          <ac:spMkLst>
            <pc:docMk/>
            <pc:sldMk cId="1500328293" sldId="396"/>
            <ac:spMk id="50" creationId="{7682DC17-9DC4-2BCF-49A2-4458B479791B}"/>
          </ac:spMkLst>
        </pc:spChg>
        <pc:spChg chg="add del mod">
          <ac:chgData name="Cheng, Wei-Chung" userId="4edd7910-2cb6-49ab-8070-73f49ba0c7ff" providerId="ADAL" clId="{3B64111A-1836-4453-A498-15C82F99564A}" dt="2023-05-24T15:17:34.366" v="825" actId="478"/>
          <ac:spMkLst>
            <pc:docMk/>
            <pc:sldMk cId="1500328293" sldId="396"/>
            <ac:spMk id="51" creationId="{3C568B2E-5F12-3007-1E07-9DAE527D78EE}"/>
          </ac:spMkLst>
        </pc:spChg>
        <pc:spChg chg="add del mod">
          <ac:chgData name="Cheng, Wei-Chung" userId="4edd7910-2cb6-49ab-8070-73f49ba0c7ff" providerId="ADAL" clId="{3B64111A-1836-4453-A498-15C82F99564A}" dt="2023-05-24T15:17:23.210" v="815" actId="478"/>
          <ac:spMkLst>
            <pc:docMk/>
            <pc:sldMk cId="1500328293" sldId="396"/>
            <ac:spMk id="54" creationId="{74FB5EFE-EFDC-5528-244B-2BA037EEF390}"/>
          </ac:spMkLst>
        </pc:spChg>
        <pc:spChg chg="add del mod">
          <ac:chgData name="Cheng, Wei-Chung" userId="4edd7910-2cb6-49ab-8070-73f49ba0c7ff" providerId="ADAL" clId="{3B64111A-1836-4453-A498-15C82F99564A}" dt="2023-05-24T15:17:21.428" v="813" actId="478"/>
          <ac:spMkLst>
            <pc:docMk/>
            <pc:sldMk cId="1500328293" sldId="396"/>
            <ac:spMk id="55" creationId="{D3706330-9B14-E2BB-A61F-E32CC6757742}"/>
          </ac:spMkLst>
        </pc:spChg>
        <pc:spChg chg="add del mod">
          <ac:chgData name="Cheng, Wei-Chung" userId="4edd7910-2cb6-49ab-8070-73f49ba0c7ff" providerId="ADAL" clId="{3B64111A-1836-4453-A498-15C82F99564A}" dt="2023-05-24T15:17:25.082" v="818" actId="478"/>
          <ac:spMkLst>
            <pc:docMk/>
            <pc:sldMk cId="1500328293" sldId="396"/>
            <ac:spMk id="58" creationId="{7F797893-6D61-A9F1-CC16-922B215D5A4E}"/>
          </ac:spMkLst>
        </pc:spChg>
        <pc:spChg chg="add del mod">
          <ac:chgData name="Cheng, Wei-Chung" userId="4edd7910-2cb6-49ab-8070-73f49ba0c7ff" providerId="ADAL" clId="{3B64111A-1836-4453-A498-15C82F99564A}" dt="2023-05-24T15:21:29.011" v="950" actId="21"/>
          <ac:spMkLst>
            <pc:docMk/>
            <pc:sldMk cId="1500328293" sldId="396"/>
            <ac:spMk id="63" creationId="{BD09ED50-C3AF-1A47-DA3A-3E54B78A4CF9}"/>
          </ac:spMkLst>
        </pc:spChg>
        <pc:spChg chg="add mod">
          <ac:chgData name="Cheng, Wei-Chung" userId="4edd7910-2cb6-49ab-8070-73f49ba0c7ff" providerId="ADAL" clId="{3B64111A-1836-4453-A498-15C82F99564A}" dt="2023-05-24T15:24:12.919" v="1018" actId="1037"/>
          <ac:spMkLst>
            <pc:docMk/>
            <pc:sldMk cId="1500328293" sldId="396"/>
            <ac:spMk id="74" creationId="{DFD371B9-7F0E-E69B-1FC2-CC22E2868BB2}"/>
          </ac:spMkLst>
        </pc:spChg>
        <pc:spChg chg="add mod">
          <ac:chgData name="Cheng, Wei-Chung" userId="4edd7910-2cb6-49ab-8070-73f49ba0c7ff" providerId="ADAL" clId="{3B64111A-1836-4453-A498-15C82F99564A}" dt="2023-05-24T15:24:12.919" v="1018" actId="1037"/>
          <ac:spMkLst>
            <pc:docMk/>
            <pc:sldMk cId="1500328293" sldId="396"/>
            <ac:spMk id="88" creationId="{551F25FB-ACD1-E467-D3CE-0AD9BB41C680}"/>
          </ac:spMkLst>
        </pc:spChg>
        <pc:spChg chg="add mod">
          <ac:chgData name="Cheng, Wei-Chung" userId="4edd7910-2cb6-49ab-8070-73f49ba0c7ff" providerId="ADAL" clId="{3B64111A-1836-4453-A498-15C82F99564A}" dt="2023-05-24T15:24:12.919" v="1018" actId="1037"/>
          <ac:spMkLst>
            <pc:docMk/>
            <pc:sldMk cId="1500328293" sldId="396"/>
            <ac:spMk id="89" creationId="{EF0D0DF2-4589-B77A-39DE-09E271F02D65}"/>
          </ac:spMkLst>
        </pc:spChg>
        <pc:cxnChg chg="add del mod">
          <ac:chgData name="Cheng, Wei-Chung" userId="4edd7910-2cb6-49ab-8070-73f49ba0c7ff" providerId="ADAL" clId="{3B64111A-1836-4453-A498-15C82F99564A}" dt="2023-05-24T15:12:53.560" v="718"/>
          <ac:cxnSpMkLst>
            <pc:docMk/>
            <pc:sldMk cId="1500328293" sldId="396"/>
            <ac:cxnSpMk id="13" creationId="{A12906A0-9A57-F3E1-5972-5205B8FC8AD6}"/>
          </ac:cxnSpMkLst>
        </pc:cxnChg>
        <pc:cxnChg chg="add del mod">
          <ac:chgData name="Cheng, Wei-Chung" userId="4edd7910-2cb6-49ab-8070-73f49ba0c7ff" providerId="ADAL" clId="{3B64111A-1836-4453-A498-15C82F99564A}" dt="2023-05-24T15:12:53.560" v="718"/>
          <ac:cxnSpMkLst>
            <pc:docMk/>
            <pc:sldMk cId="1500328293" sldId="396"/>
            <ac:cxnSpMk id="14" creationId="{1F3A184E-9B0D-7647-1EA6-C43D55E843B1}"/>
          </ac:cxnSpMkLst>
        </pc:cxnChg>
        <pc:cxnChg chg="add del mod">
          <ac:chgData name="Cheng, Wei-Chung" userId="4edd7910-2cb6-49ab-8070-73f49ba0c7ff" providerId="ADAL" clId="{3B64111A-1836-4453-A498-15C82F99564A}" dt="2023-05-24T15:12:53.560" v="718"/>
          <ac:cxnSpMkLst>
            <pc:docMk/>
            <pc:sldMk cId="1500328293" sldId="396"/>
            <ac:cxnSpMk id="15" creationId="{8D2D6066-7F6B-70E9-A773-316133B04BCF}"/>
          </ac:cxnSpMkLst>
        </pc:cxnChg>
        <pc:cxnChg chg="add del mod">
          <ac:chgData name="Cheng, Wei-Chung" userId="4edd7910-2cb6-49ab-8070-73f49ba0c7ff" providerId="ADAL" clId="{3B64111A-1836-4453-A498-15C82F99564A}" dt="2023-05-24T15:12:53.560" v="718"/>
          <ac:cxnSpMkLst>
            <pc:docMk/>
            <pc:sldMk cId="1500328293" sldId="396"/>
            <ac:cxnSpMk id="16" creationId="{567D856E-52FD-C4E4-9838-9792DD3AB35F}"/>
          </ac:cxnSpMkLst>
        </pc:cxnChg>
        <pc:cxnChg chg="add del mod">
          <ac:chgData name="Cheng, Wei-Chung" userId="4edd7910-2cb6-49ab-8070-73f49ba0c7ff" providerId="ADAL" clId="{3B64111A-1836-4453-A498-15C82F99564A}" dt="2023-05-24T15:12:53.560" v="718"/>
          <ac:cxnSpMkLst>
            <pc:docMk/>
            <pc:sldMk cId="1500328293" sldId="396"/>
            <ac:cxnSpMk id="17" creationId="{67323CD5-9E10-6C7B-A28B-959B7F5338B8}"/>
          </ac:cxnSpMkLst>
        </pc:cxnChg>
        <pc:cxnChg chg="add del mod">
          <ac:chgData name="Cheng, Wei-Chung" userId="4edd7910-2cb6-49ab-8070-73f49ba0c7ff" providerId="ADAL" clId="{3B64111A-1836-4453-A498-15C82F99564A}" dt="2023-05-24T15:12:53.560" v="718"/>
          <ac:cxnSpMkLst>
            <pc:docMk/>
            <pc:sldMk cId="1500328293" sldId="396"/>
            <ac:cxnSpMk id="18" creationId="{07DE1DC9-B9C7-2591-B4E5-6FB16F8B3A7B}"/>
          </ac:cxnSpMkLst>
        </pc:cxnChg>
        <pc:cxnChg chg="add del mod">
          <ac:chgData name="Cheng, Wei-Chung" userId="4edd7910-2cb6-49ab-8070-73f49ba0c7ff" providerId="ADAL" clId="{3B64111A-1836-4453-A498-15C82F99564A}" dt="2023-05-24T15:12:53.560" v="718"/>
          <ac:cxnSpMkLst>
            <pc:docMk/>
            <pc:sldMk cId="1500328293" sldId="396"/>
            <ac:cxnSpMk id="19" creationId="{F117F0EA-E90F-A328-03CC-0BBA9B4E977E}"/>
          </ac:cxnSpMkLst>
        </pc:cxnChg>
        <pc:cxnChg chg="add del mod">
          <ac:chgData name="Cheng, Wei-Chung" userId="4edd7910-2cb6-49ab-8070-73f49ba0c7ff" providerId="ADAL" clId="{3B64111A-1836-4453-A498-15C82F99564A}" dt="2023-05-24T15:12:53.560" v="718"/>
          <ac:cxnSpMkLst>
            <pc:docMk/>
            <pc:sldMk cId="1500328293" sldId="396"/>
            <ac:cxnSpMk id="20" creationId="{F8D4EF0A-17C1-9732-8D51-67300CCFCD6F}"/>
          </ac:cxnSpMkLst>
        </pc:cxnChg>
        <pc:cxnChg chg="add del mod">
          <ac:chgData name="Cheng, Wei-Chung" userId="4edd7910-2cb6-49ab-8070-73f49ba0c7ff" providerId="ADAL" clId="{3B64111A-1836-4453-A498-15C82F99564A}" dt="2023-05-24T15:12:53.560" v="718"/>
          <ac:cxnSpMkLst>
            <pc:docMk/>
            <pc:sldMk cId="1500328293" sldId="396"/>
            <ac:cxnSpMk id="23" creationId="{25599C4D-E313-0C0A-986C-E98FEAB59079}"/>
          </ac:cxnSpMkLst>
        </pc:cxnChg>
        <pc:cxnChg chg="add del mod">
          <ac:chgData name="Cheng, Wei-Chung" userId="4edd7910-2cb6-49ab-8070-73f49ba0c7ff" providerId="ADAL" clId="{3B64111A-1836-4453-A498-15C82F99564A}" dt="2023-05-24T15:12:53.560" v="718"/>
          <ac:cxnSpMkLst>
            <pc:docMk/>
            <pc:sldMk cId="1500328293" sldId="396"/>
            <ac:cxnSpMk id="24" creationId="{0E809302-DAD4-640C-06A0-A9DD2A80F0F3}"/>
          </ac:cxnSpMkLst>
        </pc:cxnChg>
        <pc:cxnChg chg="add del mod">
          <ac:chgData name="Cheng, Wei-Chung" userId="4edd7910-2cb6-49ab-8070-73f49ba0c7ff" providerId="ADAL" clId="{3B64111A-1836-4453-A498-15C82F99564A}" dt="2023-05-24T15:12:53.560" v="718"/>
          <ac:cxnSpMkLst>
            <pc:docMk/>
            <pc:sldMk cId="1500328293" sldId="396"/>
            <ac:cxnSpMk id="27" creationId="{1E8D5611-4955-EC34-0CC4-C5F061368FAC}"/>
          </ac:cxnSpMkLst>
        </pc:cxnChg>
        <pc:cxnChg chg="add del mod">
          <ac:chgData name="Cheng, Wei-Chung" userId="4edd7910-2cb6-49ab-8070-73f49ba0c7ff" providerId="ADAL" clId="{3B64111A-1836-4453-A498-15C82F99564A}" dt="2023-05-24T15:12:53.560" v="718"/>
          <ac:cxnSpMkLst>
            <pc:docMk/>
            <pc:sldMk cId="1500328293" sldId="396"/>
            <ac:cxnSpMk id="28" creationId="{93F0E61B-5A93-B1B5-3FF0-182E873B8F79}"/>
          </ac:cxnSpMkLst>
        </pc:cxnChg>
        <pc:cxnChg chg="add del mod">
          <ac:chgData name="Cheng, Wei-Chung" userId="4edd7910-2cb6-49ab-8070-73f49ba0c7ff" providerId="ADAL" clId="{3B64111A-1836-4453-A498-15C82F99564A}" dt="2023-05-24T15:12:53.560" v="718"/>
          <ac:cxnSpMkLst>
            <pc:docMk/>
            <pc:sldMk cId="1500328293" sldId="396"/>
            <ac:cxnSpMk id="30" creationId="{17CD5C9C-9CB7-24B1-39DB-527911A73BA2}"/>
          </ac:cxnSpMkLst>
        </pc:cxnChg>
        <pc:cxnChg chg="add del mod">
          <ac:chgData name="Cheng, Wei-Chung" userId="4edd7910-2cb6-49ab-8070-73f49ba0c7ff" providerId="ADAL" clId="{3B64111A-1836-4453-A498-15C82F99564A}" dt="2023-05-24T15:12:53.560" v="718"/>
          <ac:cxnSpMkLst>
            <pc:docMk/>
            <pc:sldMk cId="1500328293" sldId="396"/>
            <ac:cxnSpMk id="31" creationId="{4C222B83-DF85-1749-8F8B-826A38334E39}"/>
          </ac:cxnSpMkLst>
        </pc:cxnChg>
        <pc:cxnChg chg="add del mod">
          <ac:chgData name="Cheng, Wei-Chung" userId="4edd7910-2cb6-49ab-8070-73f49ba0c7ff" providerId="ADAL" clId="{3B64111A-1836-4453-A498-15C82F99564A}" dt="2023-05-24T15:12:53.560" v="718"/>
          <ac:cxnSpMkLst>
            <pc:docMk/>
            <pc:sldMk cId="1500328293" sldId="396"/>
            <ac:cxnSpMk id="32" creationId="{78A4CFFD-3D45-F72E-6002-C9355AA2D1C3}"/>
          </ac:cxnSpMkLst>
        </pc:cxnChg>
        <pc:cxnChg chg="add del mod">
          <ac:chgData name="Cheng, Wei-Chung" userId="4edd7910-2cb6-49ab-8070-73f49ba0c7ff" providerId="ADAL" clId="{3B64111A-1836-4453-A498-15C82F99564A}" dt="2023-05-24T15:12:53.560" v="718"/>
          <ac:cxnSpMkLst>
            <pc:docMk/>
            <pc:sldMk cId="1500328293" sldId="396"/>
            <ac:cxnSpMk id="33" creationId="{93B416BD-B1E7-B758-E1CC-B582546B034A}"/>
          </ac:cxnSpMkLst>
        </pc:cxnChg>
        <pc:cxnChg chg="add mod">
          <ac:chgData name="Cheng, Wei-Chung" userId="4edd7910-2cb6-49ab-8070-73f49ba0c7ff" providerId="ADAL" clId="{3B64111A-1836-4453-A498-15C82F99564A}" dt="2023-05-24T15:24:12.919" v="1018" actId="1037"/>
          <ac:cxnSpMkLst>
            <pc:docMk/>
            <pc:sldMk cId="1500328293" sldId="396"/>
            <ac:cxnSpMk id="42" creationId="{C66B123A-6952-DEAA-A9D9-DFE9CF1B2156}"/>
          </ac:cxnSpMkLst>
        </pc:cxnChg>
        <pc:cxnChg chg="add mod">
          <ac:chgData name="Cheng, Wei-Chung" userId="4edd7910-2cb6-49ab-8070-73f49ba0c7ff" providerId="ADAL" clId="{3B64111A-1836-4453-A498-15C82F99564A}" dt="2023-05-24T15:24:12.919" v="1018" actId="1037"/>
          <ac:cxnSpMkLst>
            <pc:docMk/>
            <pc:sldMk cId="1500328293" sldId="396"/>
            <ac:cxnSpMk id="43" creationId="{E8DC2335-46AE-EE18-38A1-B7E122964469}"/>
          </ac:cxnSpMkLst>
        </pc:cxnChg>
        <pc:cxnChg chg="add del mod">
          <ac:chgData name="Cheng, Wei-Chung" userId="4edd7910-2cb6-49ab-8070-73f49ba0c7ff" providerId="ADAL" clId="{3B64111A-1836-4453-A498-15C82F99564A}" dt="2023-05-24T15:18:03.587" v="830" actId="478"/>
          <ac:cxnSpMkLst>
            <pc:docMk/>
            <pc:sldMk cId="1500328293" sldId="396"/>
            <ac:cxnSpMk id="44" creationId="{CA5D31F8-0BF8-CA6D-BA05-8DFA7D0D2A93}"/>
          </ac:cxnSpMkLst>
        </pc:cxnChg>
        <pc:cxnChg chg="add del mod">
          <ac:chgData name="Cheng, Wei-Chung" userId="4edd7910-2cb6-49ab-8070-73f49ba0c7ff" providerId="ADAL" clId="{3B64111A-1836-4453-A498-15C82F99564A}" dt="2023-05-24T15:18:06.144" v="831" actId="478"/>
          <ac:cxnSpMkLst>
            <pc:docMk/>
            <pc:sldMk cId="1500328293" sldId="396"/>
            <ac:cxnSpMk id="45" creationId="{B21BE6D6-1AD0-65DC-1EA7-C6293BD1C5AD}"/>
          </ac:cxnSpMkLst>
        </pc:cxnChg>
        <pc:cxnChg chg="add mod">
          <ac:chgData name="Cheng, Wei-Chung" userId="4edd7910-2cb6-49ab-8070-73f49ba0c7ff" providerId="ADAL" clId="{3B64111A-1836-4453-A498-15C82F99564A}" dt="2023-05-24T15:24:12.919" v="1018" actId="1037"/>
          <ac:cxnSpMkLst>
            <pc:docMk/>
            <pc:sldMk cId="1500328293" sldId="396"/>
            <ac:cxnSpMk id="46" creationId="{2357FC8B-1AE8-D3C1-3F2B-D74CF5C27EB2}"/>
          </ac:cxnSpMkLst>
        </pc:cxnChg>
        <pc:cxnChg chg="add del mod">
          <ac:chgData name="Cheng, Wei-Chung" userId="4edd7910-2cb6-49ab-8070-73f49ba0c7ff" providerId="ADAL" clId="{3B64111A-1836-4453-A498-15C82F99564A}" dt="2023-05-24T15:24:12.919" v="1018" actId="1037"/>
          <ac:cxnSpMkLst>
            <pc:docMk/>
            <pc:sldMk cId="1500328293" sldId="396"/>
            <ac:cxnSpMk id="47" creationId="{878BEA9C-78A7-DE7C-B487-21B754C54C63}"/>
          </ac:cxnSpMkLst>
        </pc:cxnChg>
        <pc:cxnChg chg="add mod">
          <ac:chgData name="Cheng, Wei-Chung" userId="4edd7910-2cb6-49ab-8070-73f49ba0c7ff" providerId="ADAL" clId="{3B64111A-1836-4453-A498-15C82F99564A}" dt="2023-05-24T15:24:12.919" v="1018" actId="1037"/>
          <ac:cxnSpMkLst>
            <pc:docMk/>
            <pc:sldMk cId="1500328293" sldId="396"/>
            <ac:cxnSpMk id="48" creationId="{0E677D4F-1D38-274F-2467-B130D427BAC2}"/>
          </ac:cxnSpMkLst>
        </pc:cxnChg>
        <pc:cxnChg chg="add mod">
          <ac:chgData name="Cheng, Wei-Chung" userId="4edd7910-2cb6-49ab-8070-73f49ba0c7ff" providerId="ADAL" clId="{3B64111A-1836-4453-A498-15C82F99564A}" dt="2023-05-24T15:24:12.919" v="1018" actId="1037"/>
          <ac:cxnSpMkLst>
            <pc:docMk/>
            <pc:sldMk cId="1500328293" sldId="396"/>
            <ac:cxnSpMk id="49" creationId="{CB316B7E-9055-2A1D-47B7-612B9F0A6096}"/>
          </ac:cxnSpMkLst>
        </pc:cxnChg>
        <pc:cxnChg chg="add del mod">
          <ac:chgData name="Cheng, Wei-Chung" userId="4edd7910-2cb6-49ab-8070-73f49ba0c7ff" providerId="ADAL" clId="{3B64111A-1836-4453-A498-15C82F99564A}" dt="2023-05-24T15:17:30.605" v="823" actId="478"/>
          <ac:cxnSpMkLst>
            <pc:docMk/>
            <pc:sldMk cId="1500328293" sldId="396"/>
            <ac:cxnSpMk id="52" creationId="{7D686A39-CC4E-D750-162F-D00AC854E093}"/>
          </ac:cxnSpMkLst>
        </pc:cxnChg>
        <pc:cxnChg chg="add del mod">
          <ac:chgData name="Cheng, Wei-Chung" userId="4edd7910-2cb6-49ab-8070-73f49ba0c7ff" providerId="ADAL" clId="{3B64111A-1836-4453-A498-15C82F99564A}" dt="2023-05-24T15:17:33.713" v="824" actId="478"/>
          <ac:cxnSpMkLst>
            <pc:docMk/>
            <pc:sldMk cId="1500328293" sldId="396"/>
            <ac:cxnSpMk id="53" creationId="{21226CC2-BB15-4D43-9F19-E0962BF4F8CB}"/>
          </ac:cxnSpMkLst>
        </pc:cxnChg>
        <pc:cxnChg chg="add del mod">
          <ac:chgData name="Cheng, Wei-Chung" userId="4edd7910-2cb6-49ab-8070-73f49ba0c7ff" providerId="ADAL" clId="{3B64111A-1836-4453-A498-15C82F99564A}" dt="2023-05-24T15:17:23.764" v="816" actId="478"/>
          <ac:cxnSpMkLst>
            <pc:docMk/>
            <pc:sldMk cId="1500328293" sldId="396"/>
            <ac:cxnSpMk id="56" creationId="{40302F3C-9C8B-46E4-3E40-C2AAF643529B}"/>
          </ac:cxnSpMkLst>
        </pc:cxnChg>
        <pc:cxnChg chg="add del mod">
          <ac:chgData name="Cheng, Wei-Chung" userId="4edd7910-2cb6-49ab-8070-73f49ba0c7ff" providerId="ADAL" clId="{3B64111A-1836-4453-A498-15C82F99564A}" dt="2023-05-24T15:17:22.479" v="814" actId="478"/>
          <ac:cxnSpMkLst>
            <pc:docMk/>
            <pc:sldMk cId="1500328293" sldId="396"/>
            <ac:cxnSpMk id="57" creationId="{E3BCF035-44EC-ED98-1DA1-0C6815223866}"/>
          </ac:cxnSpMkLst>
        </pc:cxnChg>
        <pc:cxnChg chg="add del mod">
          <ac:chgData name="Cheng, Wei-Chung" userId="4edd7910-2cb6-49ab-8070-73f49ba0c7ff" providerId="ADAL" clId="{3B64111A-1836-4453-A498-15C82F99564A}" dt="2023-05-24T15:17:24.425" v="817" actId="478"/>
          <ac:cxnSpMkLst>
            <pc:docMk/>
            <pc:sldMk cId="1500328293" sldId="396"/>
            <ac:cxnSpMk id="59" creationId="{1B1B739A-F0D8-20B3-7B50-D2CE98BBA094}"/>
          </ac:cxnSpMkLst>
        </pc:cxnChg>
        <pc:cxnChg chg="add del mod">
          <ac:chgData name="Cheng, Wei-Chung" userId="4edd7910-2cb6-49ab-8070-73f49ba0c7ff" providerId="ADAL" clId="{3B64111A-1836-4453-A498-15C82F99564A}" dt="2023-05-24T15:17:28.202" v="821" actId="478"/>
          <ac:cxnSpMkLst>
            <pc:docMk/>
            <pc:sldMk cId="1500328293" sldId="396"/>
            <ac:cxnSpMk id="60" creationId="{09DBF74F-48C3-D69B-C11E-9770D5288229}"/>
          </ac:cxnSpMkLst>
        </pc:cxnChg>
        <pc:cxnChg chg="add del mod">
          <ac:chgData name="Cheng, Wei-Chung" userId="4edd7910-2cb6-49ab-8070-73f49ba0c7ff" providerId="ADAL" clId="{3B64111A-1836-4453-A498-15C82F99564A}" dt="2023-05-24T15:17:27.762" v="820" actId="478"/>
          <ac:cxnSpMkLst>
            <pc:docMk/>
            <pc:sldMk cId="1500328293" sldId="396"/>
            <ac:cxnSpMk id="61" creationId="{5CB0CAF1-70BA-0315-20AC-894E173BFD14}"/>
          </ac:cxnSpMkLst>
        </pc:cxnChg>
        <pc:cxnChg chg="add del mod">
          <ac:chgData name="Cheng, Wei-Chung" userId="4edd7910-2cb6-49ab-8070-73f49ba0c7ff" providerId="ADAL" clId="{3B64111A-1836-4453-A498-15C82F99564A}" dt="2023-05-24T15:17:26.850" v="819" actId="478"/>
          <ac:cxnSpMkLst>
            <pc:docMk/>
            <pc:sldMk cId="1500328293" sldId="396"/>
            <ac:cxnSpMk id="62" creationId="{7D9FCCD3-EA9B-556B-6203-1D315D104745}"/>
          </ac:cxnSpMkLst>
        </pc:cxnChg>
        <pc:cxnChg chg="add mod">
          <ac:chgData name="Cheng, Wei-Chung" userId="4edd7910-2cb6-49ab-8070-73f49ba0c7ff" providerId="ADAL" clId="{3B64111A-1836-4453-A498-15C82F99564A}" dt="2023-05-24T15:24:12.919" v="1018" actId="1037"/>
          <ac:cxnSpMkLst>
            <pc:docMk/>
            <pc:sldMk cId="1500328293" sldId="396"/>
            <ac:cxnSpMk id="64" creationId="{48C1C593-4A23-7B20-EAA7-269193230766}"/>
          </ac:cxnSpMkLst>
        </pc:cxnChg>
        <pc:cxnChg chg="add mod">
          <ac:chgData name="Cheng, Wei-Chung" userId="4edd7910-2cb6-49ab-8070-73f49ba0c7ff" providerId="ADAL" clId="{3B64111A-1836-4453-A498-15C82F99564A}" dt="2023-05-24T15:24:12.919" v="1018" actId="1037"/>
          <ac:cxnSpMkLst>
            <pc:docMk/>
            <pc:sldMk cId="1500328293" sldId="396"/>
            <ac:cxnSpMk id="76" creationId="{1809BF68-3DD6-B508-960B-F37A50B435C8}"/>
          </ac:cxnSpMkLst>
        </pc:cxnChg>
        <pc:cxnChg chg="add mod">
          <ac:chgData name="Cheng, Wei-Chung" userId="4edd7910-2cb6-49ab-8070-73f49ba0c7ff" providerId="ADAL" clId="{3B64111A-1836-4453-A498-15C82F99564A}" dt="2023-05-24T15:24:12.919" v="1018" actId="1037"/>
          <ac:cxnSpMkLst>
            <pc:docMk/>
            <pc:sldMk cId="1500328293" sldId="396"/>
            <ac:cxnSpMk id="91" creationId="{6969F936-CAA0-C8B9-8377-7D307DD45010}"/>
          </ac:cxnSpMkLst>
        </pc:cxnChg>
        <pc:cxnChg chg="add mod">
          <ac:chgData name="Cheng, Wei-Chung" userId="4edd7910-2cb6-49ab-8070-73f49ba0c7ff" providerId="ADAL" clId="{3B64111A-1836-4453-A498-15C82F99564A}" dt="2023-05-24T15:24:12.919" v="1018" actId="1037"/>
          <ac:cxnSpMkLst>
            <pc:docMk/>
            <pc:sldMk cId="1500328293" sldId="396"/>
            <ac:cxnSpMk id="94" creationId="{F158BD8B-5EE1-936C-9EA5-FE079A7ADAE4}"/>
          </ac:cxnSpMkLst>
        </pc:cxnChg>
      </pc:sldChg>
      <pc:sldChg chg="addSp modSp mod">
        <pc:chgData name="Cheng, Wei-Chung" userId="4edd7910-2cb6-49ab-8070-73f49ba0c7ff" providerId="ADAL" clId="{3B64111A-1836-4453-A498-15C82F99564A}" dt="2023-05-24T15:05:28.593" v="542" actId="1076"/>
        <pc:sldMkLst>
          <pc:docMk/>
          <pc:sldMk cId="3591693761" sldId="397"/>
        </pc:sldMkLst>
        <pc:spChg chg="mod">
          <ac:chgData name="Cheng, Wei-Chung" userId="4edd7910-2cb6-49ab-8070-73f49ba0c7ff" providerId="ADAL" clId="{3B64111A-1836-4453-A498-15C82F99564A}" dt="2023-05-24T15:05:23.157" v="541" actId="14100"/>
          <ac:spMkLst>
            <pc:docMk/>
            <pc:sldMk cId="3591693761" sldId="397"/>
            <ac:spMk id="5" creationId="{6E58AE43-9002-E897-6CF8-04CB99BA9A3E}"/>
          </ac:spMkLst>
        </pc:spChg>
        <pc:picChg chg="add mod">
          <ac:chgData name="Cheng, Wei-Chung" userId="4edd7910-2cb6-49ab-8070-73f49ba0c7ff" providerId="ADAL" clId="{3B64111A-1836-4453-A498-15C82F99564A}" dt="2023-05-24T15:05:28.593" v="542" actId="1076"/>
          <ac:picMkLst>
            <pc:docMk/>
            <pc:sldMk cId="3591693761" sldId="397"/>
            <ac:picMk id="3" creationId="{65D09DF5-10A0-4924-97C1-4A8869A6C6FD}"/>
          </ac:picMkLst>
        </pc:picChg>
      </pc:sldChg>
      <pc:sldChg chg="addSp delSp modSp add mod">
        <pc:chgData name="Cheng, Wei-Chung" userId="4edd7910-2cb6-49ab-8070-73f49ba0c7ff" providerId="ADAL" clId="{3B64111A-1836-4453-A498-15C82F99564A}" dt="2023-05-24T15:08:26.395" v="710" actId="20577"/>
        <pc:sldMkLst>
          <pc:docMk/>
          <pc:sldMk cId="2638731917" sldId="399"/>
        </pc:sldMkLst>
        <pc:spChg chg="mod">
          <ac:chgData name="Cheng, Wei-Chung" userId="4edd7910-2cb6-49ab-8070-73f49ba0c7ff" providerId="ADAL" clId="{3B64111A-1836-4453-A498-15C82F99564A}" dt="2023-05-24T15:03:54.687" v="535" actId="20577"/>
          <ac:spMkLst>
            <pc:docMk/>
            <pc:sldMk cId="2638731917" sldId="399"/>
            <ac:spMk id="2" creationId="{C4612386-62F1-488B-8208-58917C9A7271}"/>
          </ac:spMkLst>
        </pc:spChg>
        <pc:spChg chg="mod">
          <ac:chgData name="Cheng, Wei-Chung" userId="4edd7910-2cb6-49ab-8070-73f49ba0c7ff" providerId="ADAL" clId="{3B64111A-1836-4453-A498-15C82F99564A}" dt="2023-05-24T15:08:26.395" v="710" actId="20577"/>
          <ac:spMkLst>
            <pc:docMk/>
            <pc:sldMk cId="2638731917" sldId="399"/>
            <ac:spMk id="5" creationId="{6E58AE43-9002-E897-6CF8-04CB99BA9A3E}"/>
          </ac:spMkLst>
        </pc:spChg>
        <pc:spChg chg="add del mod">
          <ac:chgData name="Cheng, Wei-Chung" userId="4edd7910-2cb6-49ab-8070-73f49ba0c7ff" providerId="ADAL" clId="{3B64111A-1836-4453-A498-15C82F99564A}" dt="2023-05-24T15:06:25.463" v="546"/>
          <ac:spMkLst>
            <pc:docMk/>
            <pc:sldMk cId="2638731917" sldId="399"/>
            <ac:spMk id="6" creationId="{F05AC9EE-3E5D-846B-E395-41E8D5B6FA62}"/>
          </ac:spMkLst>
        </pc:spChg>
        <pc:spChg chg="add del mod">
          <ac:chgData name="Cheng, Wei-Chung" userId="4edd7910-2cb6-49ab-8070-73f49ba0c7ff" providerId="ADAL" clId="{3B64111A-1836-4453-A498-15C82F99564A}" dt="2023-05-24T15:06:25.463" v="546"/>
          <ac:spMkLst>
            <pc:docMk/>
            <pc:sldMk cId="2638731917" sldId="399"/>
            <ac:spMk id="7" creationId="{22C6CB4A-4E1C-1E41-07D1-B5EBFC54C451}"/>
          </ac:spMkLst>
        </pc:spChg>
        <pc:spChg chg="add del mod">
          <ac:chgData name="Cheng, Wei-Chung" userId="4edd7910-2cb6-49ab-8070-73f49ba0c7ff" providerId="ADAL" clId="{3B64111A-1836-4453-A498-15C82F99564A}" dt="2023-05-24T15:06:25.463" v="546"/>
          <ac:spMkLst>
            <pc:docMk/>
            <pc:sldMk cId="2638731917" sldId="399"/>
            <ac:spMk id="8" creationId="{D5D55077-1EE2-2907-A642-C8BEBFA8F497}"/>
          </ac:spMkLst>
        </pc:spChg>
        <pc:spChg chg="add del mod">
          <ac:chgData name="Cheng, Wei-Chung" userId="4edd7910-2cb6-49ab-8070-73f49ba0c7ff" providerId="ADAL" clId="{3B64111A-1836-4453-A498-15C82F99564A}" dt="2023-05-24T15:06:25.463" v="546"/>
          <ac:spMkLst>
            <pc:docMk/>
            <pc:sldMk cId="2638731917" sldId="399"/>
            <ac:spMk id="9" creationId="{38080FA5-A22E-2F35-B1E9-97F14756C32B}"/>
          </ac:spMkLst>
        </pc:spChg>
        <pc:spChg chg="add del mod">
          <ac:chgData name="Cheng, Wei-Chung" userId="4edd7910-2cb6-49ab-8070-73f49ba0c7ff" providerId="ADAL" clId="{3B64111A-1836-4453-A498-15C82F99564A}" dt="2023-05-24T15:06:25.463" v="546"/>
          <ac:spMkLst>
            <pc:docMk/>
            <pc:sldMk cId="2638731917" sldId="399"/>
            <ac:spMk id="10" creationId="{E5415A89-9B88-AE62-A44C-8312ED6A78AE}"/>
          </ac:spMkLst>
        </pc:spChg>
        <pc:spChg chg="add del mod">
          <ac:chgData name="Cheng, Wei-Chung" userId="4edd7910-2cb6-49ab-8070-73f49ba0c7ff" providerId="ADAL" clId="{3B64111A-1836-4453-A498-15C82F99564A}" dt="2023-05-24T15:06:25.463" v="546"/>
          <ac:spMkLst>
            <pc:docMk/>
            <pc:sldMk cId="2638731917" sldId="399"/>
            <ac:spMk id="11" creationId="{18BBF8BC-1075-7DCA-1F28-F7F7B10888DB}"/>
          </ac:spMkLst>
        </pc:spChg>
        <pc:spChg chg="add del mod">
          <ac:chgData name="Cheng, Wei-Chung" userId="4edd7910-2cb6-49ab-8070-73f49ba0c7ff" providerId="ADAL" clId="{3B64111A-1836-4453-A498-15C82F99564A}" dt="2023-05-24T15:06:25.463" v="546"/>
          <ac:spMkLst>
            <pc:docMk/>
            <pc:sldMk cId="2638731917" sldId="399"/>
            <ac:spMk id="12" creationId="{FC14B311-5758-C478-E866-7092FAA5198D}"/>
          </ac:spMkLst>
        </pc:spChg>
        <pc:spChg chg="add del mod">
          <ac:chgData name="Cheng, Wei-Chung" userId="4edd7910-2cb6-49ab-8070-73f49ba0c7ff" providerId="ADAL" clId="{3B64111A-1836-4453-A498-15C82F99564A}" dt="2023-05-24T15:06:25.463" v="546"/>
          <ac:spMkLst>
            <pc:docMk/>
            <pc:sldMk cId="2638731917" sldId="399"/>
            <ac:spMk id="13" creationId="{2F2E8800-2EC1-12AF-1B2D-9EE7FD2B02E3}"/>
          </ac:spMkLst>
        </pc:spChg>
        <pc:spChg chg="add del mod">
          <ac:chgData name="Cheng, Wei-Chung" userId="4edd7910-2cb6-49ab-8070-73f49ba0c7ff" providerId="ADAL" clId="{3B64111A-1836-4453-A498-15C82F99564A}" dt="2023-05-24T15:06:25.463" v="546"/>
          <ac:spMkLst>
            <pc:docMk/>
            <pc:sldMk cId="2638731917" sldId="399"/>
            <ac:spMk id="22" creationId="{B9F524C2-27F8-D8E0-E8E5-38AB7BC42C49}"/>
          </ac:spMkLst>
        </pc:spChg>
        <pc:spChg chg="add del mod">
          <ac:chgData name="Cheng, Wei-Chung" userId="4edd7910-2cb6-49ab-8070-73f49ba0c7ff" providerId="ADAL" clId="{3B64111A-1836-4453-A498-15C82F99564A}" dt="2023-05-24T15:06:25.463" v="546"/>
          <ac:spMkLst>
            <pc:docMk/>
            <pc:sldMk cId="2638731917" sldId="399"/>
            <ac:spMk id="23" creationId="{24232A4E-C48B-3F36-EB53-FCB550AC78CF}"/>
          </ac:spMkLst>
        </pc:spChg>
        <pc:spChg chg="add del mod">
          <ac:chgData name="Cheng, Wei-Chung" userId="4edd7910-2cb6-49ab-8070-73f49ba0c7ff" providerId="ADAL" clId="{3B64111A-1836-4453-A498-15C82F99564A}" dt="2023-05-24T15:06:25.463" v="546"/>
          <ac:spMkLst>
            <pc:docMk/>
            <pc:sldMk cId="2638731917" sldId="399"/>
            <ac:spMk id="26" creationId="{121A9798-E42A-3328-EC96-8688AC5EDFEF}"/>
          </ac:spMkLst>
        </pc:spChg>
        <pc:spChg chg="add del mod">
          <ac:chgData name="Cheng, Wei-Chung" userId="4edd7910-2cb6-49ab-8070-73f49ba0c7ff" providerId="ADAL" clId="{3B64111A-1836-4453-A498-15C82F99564A}" dt="2023-05-24T15:06:25.463" v="546"/>
          <ac:spMkLst>
            <pc:docMk/>
            <pc:sldMk cId="2638731917" sldId="399"/>
            <ac:spMk id="27" creationId="{BE6DBDC8-057B-700C-9F4C-749822785A3E}"/>
          </ac:spMkLst>
        </pc:spChg>
        <pc:spChg chg="add del mod">
          <ac:chgData name="Cheng, Wei-Chung" userId="4edd7910-2cb6-49ab-8070-73f49ba0c7ff" providerId="ADAL" clId="{3B64111A-1836-4453-A498-15C82F99564A}" dt="2023-05-24T15:06:25.463" v="546"/>
          <ac:spMkLst>
            <pc:docMk/>
            <pc:sldMk cId="2638731917" sldId="399"/>
            <ac:spMk id="30" creationId="{C7137A45-D5D9-6335-09A9-9AACAA1C3263}"/>
          </ac:spMkLst>
        </pc:spChg>
        <pc:picChg chg="add del mod">
          <ac:chgData name="Cheng, Wei-Chung" userId="4edd7910-2cb6-49ab-8070-73f49ba0c7ff" providerId="ADAL" clId="{3B64111A-1836-4453-A498-15C82F99564A}" dt="2023-05-24T15:05:11.387" v="537" actId="21"/>
          <ac:picMkLst>
            <pc:docMk/>
            <pc:sldMk cId="2638731917" sldId="399"/>
            <ac:picMk id="4" creationId="{946E621A-D501-AFD8-FA2E-A490F77F746E}"/>
          </ac:picMkLst>
        </pc:picChg>
        <pc:cxnChg chg="add del mod">
          <ac:chgData name="Cheng, Wei-Chung" userId="4edd7910-2cb6-49ab-8070-73f49ba0c7ff" providerId="ADAL" clId="{3B64111A-1836-4453-A498-15C82F99564A}" dt="2023-05-24T15:06:25.463" v="546"/>
          <ac:cxnSpMkLst>
            <pc:docMk/>
            <pc:sldMk cId="2638731917" sldId="399"/>
            <ac:cxnSpMk id="14" creationId="{6641A94F-DA92-C9A6-D903-1E2DD2371584}"/>
          </ac:cxnSpMkLst>
        </pc:cxnChg>
        <pc:cxnChg chg="add del mod">
          <ac:chgData name="Cheng, Wei-Chung" userId="4edd7910-2cb6-49ab-8070-73f49ba0c7ff" providerId="ADAL" clId="{3B64111A-1836-4453-A498-15C82F99564A}" dt="2023-05-24T15:06:25.463" v="546"/>
          <ac:cxnSpMkLst>
            <pc:docMk/>
            <pc:sldMk cId="2638731917" sldId="399"/>
            <ac:cxnSpMk id="15" creationId="{338D8576-6177-ABFA-3029-C82AE748B295}"/>
          </ac:cxnSpMkLst>
        </pc:cxnChg>
        <pc:cxnChg chg="add del mod">
          <ac:chgData name="Cheng, Wei-Chung" userId="4edd7910-2cb6-49ab-8070-73f49ba0c7ff" providerId="ADAL" clId="{3B64111A-1836-4453-A498-15C82F99564A}" dt="2023-05-24T15:06:25.463" v="546"/>
          <ac:cxnSpMkLst>
            <pc:docMk/>
            <pc:sldMk cId="2638731917" sldId="399"/>
            <ac:cxnSpMk id="16" creationId="{2A6BEBF6-1A09-1BED-68BA-39B23817E77B}"/>
          </ac:cxnSpMkLst>
        </pc:cxnChg>
        <pc:cxnChg chg="add del mod">
          <ac:chgData name="Cheng, Wei-Chung" userId="4edd7910-2cb6-49ab-8070-73f49ba0c7ff" providerId="ADAL" clId="{3B64111A-1836-4453-A498-15C82F99564A}" dt="2023-05-24T15:06:25.463" v="546"/>
          <ac:cxnSpMkLst>
            <pc:docMk/>
            <pc:sldMk cId="2638731917" sldId="399"/>
            <ac:cxnSpMk id="17" creationId="{F277B7E6-D9E4-7AB8-AD94-82588218F340}"/>
          </ac:cxnSpMkLst>
        </pc:cxnChg>
        <pc:cxnChg chg="add del mod">
          <ac:chgData name="Cheng, Wei-Chung" userId="4edd7910-2cb6-49ab-8070-73f49ba0c7ff" providerId="ADAL" clId="{3B64111A-1836-4453-A498-15C82F99564A}" dt="2023-05-24T15:06:25.463" v="546"/>
          <ac:cxnSpMkLst>
            <pc:docMk/>
            <pc:sldMk cId="2638731917" sldId="399"/>
            <ac:cxnSpMk id="18" creationId="{CD1B1693-86C4-5B92-B3D4-98B816229BD1}"/>
          </ac:cxnSpMkLst>
        </pc:cxnChg>
        <pc:cxnChg chg="add del mod">
          <ac:chgData name="Cheng, Wei-Chung" userId="4edd7910-2cb6-49ab-8070-73f49ba0c7ff" providerId="ADAL" clId="{3B64111A-1836-4453-A498-15C82F99564A}" dt="2023-05-24T15:06:25.463" v="546"/>
          <ac:cxnSpMkLst>
            <pc:docMk/>
            <pc:sldMk cId="2638731917" sldId="399"/>
            <ac:cxnSpMk id="19" creationId="{5EE17E61-254F-DCBD-6999-BCBA8097EC03}"/>
          </ac:cxnSpMkLst>
        </pc:cxnChg>
        <pc:cxnChg chg="add del mod">
          <ac:chgData name="Cheng, Wei-Chung" userId="4edd7910-2cb6-49ab-8070-73f49ba0c7ff" providerId="ADAL" clId="{3B64111A-1836-4453-A498-15C82F99564A}" dt="2023-05-24T15:06:25.463" v="546"/>
          <ac:cxnSpMkLst>
            <pc:docMk/>
            <pc:sldMk cId="2638731917" sldId="399"/>
            <ac:cxnSpMk id="20" creationId="{5CDD5058-AF9B-4CA6-F28D-AFDAF0EB7562}"/>
          </ac:cxnSpMkLst>
        </pc:cxnChg>
        <pc:cxnChg chg="add del mod">
          <ac:chgData name="Cheng, Wei-Chung" userId="4edd7910-2cb6-49ab-8070-73f49ba0c7ff" providerId="ADAL" clId="{3B64111A-1836-4453-A498-15C82F99564A}" dt="2023-05-24T15:06:25.463" v="546"/>
          <ac:cxnSpMkLst>
            <pc:docMk/>
            <pc:sldMk cId="2638731917" sldId="399"/>
            <ac:cxnSpMk id="21" creationId="{63A017E4-7CAD-5260-51E2-D104DE58A11B}"/>
          </ac:cxnSpMkLst>
        </pc:cxnChg>
        <pc:cxnChg chg="add del mod">
          <ac:chgData name="Cheng, Wei-Chung" userId="4edd7910-2cb6-49ab-8070-73f49ba0c7ff" providerId="ADAL" clId="{3B64111A-1836-4453-A498-15C82F99564A}" dt="2023-05-24T15:06:25.463" v="546"/>
          <ac:cxnSpMkLst>
            <pc:docMk/>
            <pc:sldMk cId="2638731917" sldId="399"/>
            <ac:cxnSpMk id="24" creationId="{C64C8C84-6956-2676-B5CD-3731EDCEBB24}"/>
          </ac:cxnSpMkLst>
        </pc:cxnChg>
        <pc:cxnChg chg="add del mod">
          <ac:chgData name="Cheng, Wei-Chung" userId="4edd7910-2cb6-49ab-8070-73f49ba0c7ff" providerId="ADAL" clId="{3B64111A-1836-4453-A498-15C82F99564A}" dt="2023-05-24T15:06:25.463" v="546"/>
          <ac:cxnSpMkLst>
            <pc:docMk/>
            <pc:sldMk cId="2638731917" sldId="399"/>
            <ac:cxnSpMk id="25" creationId="{A3B0EE9D-D4A0-BA4C-7F59-5A5E80147D35}"/>
          </ac:cxnSpMkLst>
        </pc:cxnChg>
        <pc:cxnChg chg="add del mod">
          <ac:chgData name="Cheng, Wei-Chung" userId="4edd7910-2cb6-49ab-8070-73f49ba0c7ff" providerId="ADAL" clId="{3B64111A-1836-4453-A498-15C82F99564A}" dt="2023-05-24T15:06:25.463" v="546"/>
          <ac:cxnSpMkLst>
            <pc:docMk/>
            <pc:sldMk cId="2638731917" sldId="399"/>
            <ac:cxnSpMk id="28" creationId="{11953B24-47E8-1C13-F291-E742608F7A4B}"/>
          </ac:cxnSpMkLst>
        </pc:cxnChg>
        <pc:cxnChg chg="add del mod">
          <ac:chgData name="Cheng, Wei-Chung" userId="4edd7910-2cb6-49ab-8070-73f49ba0c7ff" providerId="ADAL" clId="{3B64111A-1836-4453-A498-15C82F99564A}" dt="2023-05-24T15:06:25.463" v="546"/>
          <ac:cxnSpMkLst>
            <pc:docMk/>
            <pc:sldMk cId="2638731917" sldId="399"/>
            <ac:cxnSpMk id="29" creationId="{E9DF2033-85F0-A96E-667F-8EFD5B679593}"/>
          </ac:cxnSpMkLst>
        </pc:cxnChg>
        <pc:cxnChg chg="add del mod">
          <ac:chgData name="Cheng, Wei-Chung" userId="4edd7910-2cb6-49ab-8070-73f49ba0c7ff" providerId="ADAL" clId="{3B64111A-1836-4453-A498-15C82F99564A}" dt="2023-05-24T15:06:25.463" v="546"/>
          <ac:cxnSpMkLst>
            <pc:docMk/>
            <pc:sldMk cId="2638731917" sldId="399"/>
            <ac:cxnSpMk id="31" creationId="{A84D519F-756A-0F56-77CE-4629143044BB}"/>
          </ac:cxnSpMkLst>
        </pc:cxnChg>
        <pc:cxnChg chg="add del mod">
          <ac:chgData name="Cheng, Wei-Chung" userId="4edd7910-2cb6-49ab-8070-73f49ba0c7ff" providerId="ADAL" clId="{3B64111A-1836-4453-A498-15C82F99564A}" dt="2023-05-24T15:06:25.463" v="546"/>
          <ac:cxnSpMkLst>
            <pc:docMk/>
            <pc:sldMk cId="2638731917" sldId="399"/>
            <ac:cxnSpMk id="32" creationId="{3857B447-C36A-7EFE-B6B2-587ED248ACBF}"/>
          </ac:cxnSpMkLst>
        </pc:cxnChg>
        <pc:cxnChg chg="add del mod">
          <ac:chgData name="Cheng, Wei-Chung" userId="4edd7910-2cb6-49ab-8070-73f49ba0c7ff" providerId="ADAL" clId="{3B64111A-1836-4453-A498-15C82F99564A}" dt="2023-05-24T15:06:25.463" v="546"/>
          <ac:cxnSpMkLst>
            <pc:docMk/>
            <pc:sldMk cId="2638731917" sldId="399"/>
            <ac:cxnSpMk id="33" creationId="{AD0C7983-92E8-8955-789B-31CB1ED9B0E6}"/>
          </ac:cxnSpMkLst>
        </pc:cxnChg>
        <pc:cxnChg chg="add del mod">
          <ac:chgData name="Cheng, Wei-Chung" userId="4edd7910-2cb6-49ab-8070-73f49ba0c7ff" providerId="ADAL" clId="{3B64111A-1836-4453-A498-15C82F99564A}" dt="2023-05-24T15:06:25.463" v="546"/>
          <ac:cxnSpMkLst>
            <pc:docMk/>
            <pc:sldMk cId="2638731917" sldId="399"/>
            <ac:cxnSpMk id="34" creationId="{745F1203-4823-B768-C09A-B4793E6E4B95}"/>
          </ac:cxnSpMkLst>
        </pc:cxnChg>
      </pc:sldChg>
      <pc:sldChg chg="addSp delSp modSp add mod">
        <pc:chgData name="Cheng, Wei-Chung" userId="4edd7910-2cb6-49ab-8070-73f49ba0c7ff" providerId="ADAL" clId="{3B64111A-1836-4453-A498-15C82F99564A}" dt="2023-05-24T15:16:43.784" v="810" actId="1076"/>
        <pc:sldMkLst>
          <pc:docMk/>
          <pc:sldMk cId="734069938" sldId="400"/>
        </pc:sldMkLst>
        <pc:spChg chg="mod">
          <ac:chgData name="Cheng, Wei-Chung" userId="4edd7910-2cb6-49ab-8070-73f49ba0c7ff" providerId="ADAL" clId="{3B64111A-1836-4453-A498-15C82F99564A}" dt="2023-05-24T14:57:59.617" v="458" actId="20577"/>
          <ac:spMkLst>
            <pc:docMk/>
            <pc:sldMk cId="734069938" sldId="400"/>
            <ac:spMk id="2" creationId="{C4612386-62F1-488B-8208-58917C9A7271}"/>
          </ac:spMkLst>
        </pc:spChg>
        <pc:spChg chg="add mod">
          <ac:chgData name="Cheng, Wei-Chung" userId="4edd7910-2cb6-49ab-8070-73f49ba0c7ff" providerId="ADAL" clId="{3B64111A-1836-4453-A498-15C82F99564A}" dt="2023-05-24T15:00:59.841" v="505" actId="1036"/>
          <ac:spMkLst>
            <pc:docMk/>
            <pc:sldMk cId="734069938" sldId="400"/>
            <ac:spMk id="3" creationId="{BE1D8830-F075-B53D-701C-C5A28F5AA95B}"/>
          </ac:spMkLst>
        </pc:spChg>
        <pc:spChg chg="add mod">
          <ac:chgData name="Cheng, Wei-Chung" userId="4edd7910-2cb6-49ab-8070-73f49ba0c7ff" providerId="ADAL" clId="{3B64111A-1836-4453-A498-15C82F99564A}" dt="2023-05-24T15:00:59.841" v="505" actId="1036"/>
          <ac:spMkLst>
            <pc:docMk/>
            <pc:sldMk cId="734069938" sldId="400"/>
            <ac:spMk id="4" creationId="{EED56FC3-96FF-5E89-A417-E3F535F4EBA2}"/>
          </ac:spMkLst>
        </pc:spChg>
        <pc:spChg chg="mod">
          <ac:chgData name="Cheng, Wei-Chung" userId="4edd7910-2cb6-49ab-8070-73f49ba0c7ff" providerId="ADAL" clId="{3B64111A-1836-4453-A498-15C82F99564A}" dt="2023-05-24T15:16:43.784" v="810" actId="1076"/>
          <ac:spMkLst>
            <pc:docMk/>
            <pc:sldMk cId="734069938" sldId="400"/>
            <ac:spMk id="5" creationId="{6E58AE43-9002-E897-6CF8-04CB99BA9A3E}"/>
          </ac:spMkLst>
        </pc:spChg>
        <pc:spChg chg="add mod">
          <ac:chgData name="Cheng, Wei-Chung" userId="4edd7910-2cb6-49ab-8070-73f49ba0c7ff" providerId="ADAL" clId="{3B64111A-1836-4453-A498-15C82F99564A}" dt="2023-05-24T15:03:16.295" v="527" actId="20577"/>
          <ac:spMkLst>
            <pc:docMk/>
            <pc:sldMk cId="734069938" sldId="400"/>
            <ac:spMk id="6" creationId="{4C9E688E-78AA-DAB3-BFAA-27689AC32A3C}"/>
          </ac:spMkLst>
        </pc:spChg>
        <pc:spChg chg="add mod">
          <ac:chgData name="Cheng, Wei-Chung" userId="4edd7910-2cb6-49ab-8070-73f49ba0c7ff" providerId="ADAL" clId="{3B64111A-1836-4453-A498-15C82F99564A}" dt="2023-05-24T15:15:13.332" v="794" actId="1076"/>
          <ac:spMkLst>
            <pc:docMk/>
            <pc:sldMk cId="734069938" sldId="400"/>
            <ac:spMk id="7" creationId="{0F4E197F-6637-FBFA-CFB8-C2E81B9CAFE3}"/>
          </ac:spMkLst>
        </pc:spChg>
        <pc:spChg chg="add mod">
          <ac:chgData name="Cheng, Wei-Chung" userId="4edd7910-2cb6-49ab-8070-73f49ba0c7ff" providerId="ADAL" clId="{3B64111A-1836-4453-A498-15C82F99564A}" dt="2023-05-24T15:15:02.583" v="793" actId="14100"/>
          <ac:spMkLst>
            <pc:docMk/>
            <pc:sldMk cId="734069938" sldId="400"/>
            <ac:spMk id="8" creationId="{EFEC59AE-CEBF-072F-7B7D-E31050C3428F}"/>
          </ac:spMkLst>
        </pc:spChg>
        <pc:spChg chg="add mod">
          <ac:chgData name="Cheng, Wei-Chung" userId="4edd7910-2cb6-49ab-8070-73f49ba0c7ff" providerId="ADAL" clId="{3B64111A-1836-4453-A498-15C82F99564A}" dt="2023-05-24T15:14:24.093" v="785" actId="1037"/>
          <ac:spMkLst>
            <pc:docMk/>
            <pc:sldMk cId="734069938" sldId="400"/>
            <ac:spMk id="9" creationId="{C1A12A37-E0B1-B55D-B1D2-6ACF7B9C4D61}"/>
          </ac:spMkLst>
        </pc:spChg>
        <pc:spChg chg="add mod">
          <ac:chgData name="Cheng, Wei-Chung" userId="4edd7910-2cb6-49ab-8070-73f49ba0c7ff" providerId="ADAL" clId="{3B64111A-1836-4453-A498-15C82F99564A}" dt="2023-05-24T15:14:24.093" v="785" actId="1037"/>
          <ac:spMkLst>
            <pc:docMk/>
            <pc:sldMk cId="734069938" sldId="400"/>
            <ac:spMk id="10" creationId="{656E3689-B00E-FBA5-4E4E-575373B3E185}"/>
          </ac:spMkLst>
        </pc:spChg>
        <pc:spChg chg="add mod">
          <ac:chgData name="Cheng, Wei-Chung" userId="4edd7910-2cb6-49ab-8070-73f49ba0c7ff" providerId="ADAL" clId="{3B64111A-1836-4453-A498-15C82F99564A}" dt="2023-05-24T15:14:24.093" v="785" actId="1037"/>
          <ac:spMkLst>
            <pc:docMk/>
            <pc:sldMk cId="734069938" sldId="400"/>
            <ac:spMk id="11" creationId="{31EA88A5-A5FA-04F9-6C1E-12B410486A72}"/>
          </ac:spMkLst>
        </pc:spChg>
        <pc:spChg chg="add mod">
          <ac:chgData name="Cheng, Wei-Chung" userId="4edd7910-2cb6-49ab-8070-73f49ba0c7ff" providerId="ADAL" clId="{3B64111A-1836-4453-A498-15C82F99564A}" dt="2023-05-24T15:00:59.841" v="505" actId="1036"/>
          <ac:spMkLst>
            <pc:docMk/>
            <pc:sldMk cId="734069938" sldId="400"/>
            <ac:spMk id="80" creationId="{4370CBF6-BEBE-B84D-94A6-7FBBE4B35472}"/>
          </ac:spMkLst>
        </pc:spChg>
        <pc:spChg chg="add mod">
          <ac:chgData name="Cheng, Wei-Chung" userId="4edd7910-2cb6-49ab-8070-73f49ba0c7ff" providerId="ADAL" clId="{3B64111A-1836-4453-A498-15C82F99564A}" dt="2023-05-24T15:00:59.841" v="505" actId="1036"/>
          <ac:spMkLst>
            <pc:docMk/>
            <pc:sldMk cId="734069938" sldId="400"/>
            <ac:spMk id="81" creationId="{2AE0CAC4-BDA8-320B-A859-246EF2A2A0CC}"/>
          </ac:spMkLst>
        </pc:spChg>
        <pc:spChg chg="add mod">
          <ac:chgData name="Cheng, Wei-Chung" userId="4edd7910-2cb6-49ab-8070-73f49ba0c7ff" providerId="ADAL" clId="{3B64111A-1836-4453-A498-15C82F99564A}" dt="2023-05-24T15:00:59.841" v="505" actId="1036"/>
          <ac:spMkLst>
            <pc:docMk/>
            <pc:sldMk cId="734069938" sldId="400"/>
            <ac:spMk id="90" creationId="{56A8341F-1945-3B5C-F179-0601CBE081F5}"/>
          </ac:spMkLst>
        </pc:spChg>
        <pc:spChg chg="add mod">
          <ac:chgData name="Cheng, Wei-Chung" userId="4edd7910-2cb6-49ab-8070-73f49ba0c7ff" providerId="ADAL" clId="{3B64111A-1836-4453-A498-15C82F99564A}" dt="2023-05-24T15:00:59.841" v="505" actId="1036"/>
          <ac:spMkLst>
            <pc:docMk/>
            <pc:sldMk cId="734069938" sldId="400"/>
            <ac:spMk id="91" creationId="{7F02E5C5-8CBB-81D4-93F9-2D541EC7000A}"/>
          </ac:spMkLst>
        </pc:spChg>
        <pc:spChg chg="add del mod">
          <ac:chgData name="Cheng, Wei-Chung" userId="4edd7910-2cb6-49ab-8070-73f49ba0c7ff" providerId="ADAL" clId="{3B64111A-1836-4453-A498-15C82F99564A}" dt="2023-05-24T14:56:15.242" v="422" actId="478"/>
          <ac:spMkLst>
            <pc:docMk/>
            <pc:sldMk cId="734069938" sldId="400"/>
            <ac:spMk id="92" creationId="{8B8FC6E3-9ACC-BECE-6D39-0C4F6AA19E3E}"/>
          </ac:spMkLst>
        </pc:spChg>
        <pc:spChg chg="add mod">
          <ac:chgData name="Cheng, Wei-Chung" userId="4edd7910-2cb6-49ab-8070-73f49ba0c7ff" providerId="ADAL" clId="{3B64111A-1836-4453-A498-15C82F99564A}" dt="2023-05-24T15:00:59.841" v="505" actId="1036"/>
          <ac:spMkLst>
            <pc:docMk/>
            <pc:sldMk cId="734069938" sldId="400"/>
            <ac:spMk id="121" creationId="{11638309-FF86-5C27-8EF8-2EBB67BC40B5}"/>
          </ac:spMkLst>
        </pc:spChg>
        <pc:spChg chg="add mod">
          <ac:chgData name="Cheng, Wei-Chung" userId="4edd7910-2cb6-49ab-8070-73f49ba0c7ff" providerId="ADAL" clId="{3B64111A-1836-4453-A498-15C82F99564A}" dt="2023-05-24T15:15:34.060" v="800" actId="692"/>
          <ac:spMkLst>
            <pc:docMk/>
            <pc:sldMk cId="734069938" sldId="400"/>
            <ac:spMk id="140" creationId="{CE45B658-8258-E6F0-EA09-1E1E640E6E5C}"/>
          </ac:spMkLst>
        </pc:spChg>
        <pc:spChg chg="add del">
          <ac:chgData name="Cheng, Wei-Chung" userId="4edd7910-2cb6-49ab-8070-73f49ba0c7ff" providerId="ADAL" clId="{3B64111A-1836-4453-A498-15C82F99564A}" dt="2023-05-24T15:16:10.693" v="802" actId="478"/>
          <ac:spMkLst>
            <pc:docMk/>
            <pc:sldMk cId="734069938" sldId="400"/>
            <ac:spMk id="178" creationId="{1923669D-EA0B-3213-14F3-F605CD3C78A2}"/>
          </ac:spMkLst>
        </pc:spChg>
        <pc:spChg chg="add del mod">
          <ac:chgData name="Cheng, Wei-Chung" userId="4edd7910-2cb6-49ab-8070-73f49ba0c7ff" providerId="ADAL" clId="{3B64111A-1836-4453-A498-15C82F99564A}" dt="2023-05-24T15:16:43.386" v="809" actId="571"/>
          <ac:spMkLst>
            <pc:docMk/>
            <pc:sldMk cId="734069938" sldId="400"/>
            <ac:spMk id="179" creationId="{40C3123B-8A78-D21D-72C4-2A209BC3D49D}"/>
          </ac:spMkLst>
        </pc:spChg>
        <pc:cxnChg chg="add mod">
          <ac:chgData name="Cheng, Wei-Chung" userId="4edd7910-2cb6-49ab-8070-73f49ba0c7ff" providerId="ADAL" clId="{3B64111A-1836-4453-A498-15C82F99564A}" dt="2023-05-24T15:16:43.784" v="810" actId="1076"/>
          <ac:cxnSpMkLst>
            <pc:docMk/>
            <pc:sldMk cId="734069938" sldId="400"/>
            <ac:cxnSpMk id="13" creationId="{C9D654A9-1FAB-F7BC-1BD7-7A3287D591BF}"/>
          </ac:cxnSpMkLst>
        </pc:cxnChg>
        <pc:cxnChg chg="add mod">
          <ac:chgData name="Cheng, Wei-Chung" userId="4edd7910-2cb6-49ab-8070-73f49ba0c7ff" providerId="ADAL" clId="{3B64111A-1836-4453-A498-15C82F99564A}" dt="2023-05-24T15:00:59.841" v="505" actId="1036"/>
          <ac:cxnSpMkLst>
            <pc:docMk/>
            <pc:sldMk cId="734069938" sldId="400"/>
            <ac:cxnSpMk id="14" creationId="{410FA247-420A-6E42-3C88-449790A404BA}"/>
          </ac:cxnSpMkLst>
        </pc:cxnChg>
        <pc:cxnChg chg="add mod">
          <ac:chgData name="Cheng, Wei-Chung" userId="4edd7910-2cb6-49ab-8070-73f49ba0c7ff" providerId="ADAL" clId="{3B64111A-1836-4453-A498-15C82F99564A}" dt="2023-05-24T15:15:13.332" v="794" actId="1076"/>
          <ac:cxnSpMkLst>
            <pc:docMk/>
            <pc:sldMk cId="734069938" sldId="400"/>
            <ac:cxnSpMk id="17" creationId="{8D4EF9A9-28EA-EE4E-952D-3A03CAD90FB7}"/>
          </ac:cxnSpMkLst>
        </pc:cxnChg>
        <pc:cxnChg chg="add mod">
          <ac:chgData name="Cheng, Wei-Chung" userId="4edd7910-2cb6-49ab-8070-73f49ba0c7ff" providerId="ADAL" clId="{3B64111A-1836-4453-A498-15C82F99564A}" dt="2023-05-24T15:15:02.583" v="793" actId="14100"/>
          <ac:cxnSpMkLst>
            <pc:docMk/>
            <pc:sldMk cId="734069938" sldId="400"/>
            <ac:cxnSpMk id="20" creationId="{C716E209-5923-7802-46A5-57FB92054BB7}"/>
          </ac:cxnSpMkLst>
        </pc:cxnChg>
        <pc:cxnChg chg="add mod">
          <ac:chgData name="Cheng, Wei-Chung" userId="4edd7910-2cb6-49ab-8070-73f49ba0c7ff" providerId="ADAL" clId="{3B64111A-1836-4453-A498-15C82F99564A}" dt="2023-05-24T15:15:13.332" v="794" actId="1076"/>
          <ac:cxnSpMkLst>
            <pc:docMk/>
            <pc:sldMk cId="734069938" sldId="400"/>
            <ac:cxnSpMk id="25" creationId="{69636ECF-1865-DE87-2CB5-77AD21516E2F}"/>
          </ac:cxnSpMkLst>
        </pc:cxnChg>
        <pc:cxnChg chg="add mod">
          <ac:chgData name="Cheng, Wei-Chung" userId="4edd7910-2cb6-49ab-8070-73f49ba0c7ff" providerId="ADAL" clId="{3B64111A-1836-4453-A498-15C82F99564A}" dt="2023-05-24T15:15:02.583" v="793" actId="14100"/>
          <ac:cxnSpMkLst>
            <pc:docMk/>
            <pc:sldMk cId="734069938" sldId="400"/>
            <ac:cxnSpMk id="28" creationId="{4ACAF4B6-1221-1F6E-869B-93A5EDC030C2}"/>
          </ac:cxnSpMkLst>
        </pc:cxnChg>
        <pc:cxnChg chg="add mod">
          <ac:chgData name="Cheng, Wei-Chung" userId="4edd7910-2cb6-49ab-8070-73f49ba0c7ff" providerId="ADAL" clId="{3B64111A-1836-4453-A498-15C82F99564A}" dt="2023-05-24T15:14:24.093" v="785" actId="1037"/>
          <ac:cxnSpMkLst>
            <pc:docMk/>
            <pc:sldMk cId="734069938" sldId="400"/>
            <ac:cxnSpMk id="68" creationId="{4BF39597-4893-FAAC-660A-A0AE7B1E8B94}"/>
          </ac:cxnSpMkLst>
        </pc:cxnChg>
        <pc:cxnChg chg="add mod">
          <ac:chgData name="Cheng, Wei-Chung" userId="4edd7910-2cb6-49ab-8070-73f49ba0c7ff" providerId="ADAL" clId="{3B64111A-1836-4453-A498-15C82F99564A}" dt="2023-05-24T15:14:24.093" v="785" actId="1037"/>
          <ac:cxnSpMkLst>
            <pc:docMk/>
            <pc:sldMk cId="734069938" sldId="400"/>
            <ac:cxnSpMk id="73" creationId="{D102ED3E-0B2D-3B02-9F78-DFC18D4EE4A7}"/>
          </ac:cxnSpMkLst>
        </pc:cxnChg>
        <pc:cxnChg chg="add mod">
          <ac:chgData name="Cheng, Wei-Chung" userId="4edd7910-2cb6-49ab-8070-73f49ba0c7ff" providerId="ADAL" clId="{3B64111A-1836-4453-A498-15C82F99564A}" dt="2023-05-24T15:00:59.841" v="505" actId="1036"/>
          <ac:cxnSpMkLst>
            <pc:docMk/>
            <pc:sldMk cId="734069938" sldId="400"/>
            <ac:cxnSpMk id="82" creationId="{ADE89105-5B54-8C27-642A-6ACD2749321F}"/>
          </ac:cxnSpMkLst>
        </pc:cxnChg>
        <pc:cxnChg chg="add del mod">
          <ac:chgData name="Cheng, Wei-Chung" userId="4edd7910-2cb6-49ab-8070-73f49ba0c7ff" providerId="ADAL" clId="{3B64111A-1836-4453-A498-15C82F99564A}" dt="2023-05-24T14:55:19.035" v="402"/>
          <ac:cxnSpMkLst>
            <pc:docMk/>
            <pc:sldMk cId="734069938" sldId="400"/>
            <ac:cxnSpMk id="85" creationId="{D0544880-9652-482E-032A-1978280D4827}"/>
          </ac:cxnSpMkLst>
        </pc:cxnChg>
        <pc:cxnChg chg="add mod">
          <ac:chgData name="Cheng, Wei-Chung" userId="4edd7910-2cb6-49ab-8070-73f49ba0c7ff" providerId="ADAL" clId="{3B64111A-1836-4453-A498-15C82F99564A}" dt="2023-05-24T15:00:59.841" v="505" actId="1036"/>
          <ac:cxnSpMkLst>
            <pc:docMk/>
            <pc:sldMk cId="734069938" sldId="400"/>
            <ac:cxnSpMk id="86" creationId="{2E7E04FA-1913-5D88-DAD1-951C07F28FBB}"/>
          </ac:cxnSpMkLst>
        </pc:cxnChg>
        <pc:cxnChg chg="add mod">
          <ac:chgData name="Cheng, Wei-Chung" userId="4edd7910-2cb6-49ab-8070-73f49ba0c7ff" providerId="ADAL" clId="{3B64111A-1836-4453-A498-15C82F99564A}" dt="2023-05-24T15:00:59.841" v="505" actId="1036"/>
          <ac:cxnSpMkLst>
            <pc:docMk/>
            <pc:sldMk cId="734069938" sldId="400"/>
            <ac:cxnSpMk id="93" creationId="{E46AA5F3-BBC3-E6B1-E5B8-A0F6892F5B86}"/>
          </ac:cxnSpMkLst>
        </pc:cxnChg>
        <pc:cxnChg chg="add mod">
          <ac:chgData name="Cheng, Wei-Chung" userId="4edd7910-2cb6-49ab-8070-73f49ba0c7ff" providerId="ADAL" clId="{3B64111A-1836-4453-A498-15C82F99564A}" dt="2023-05-24T15:00:59.841" v="505" actId="1036"/>
          <ac:cxnSpMkLst>
            <pc:docMk/>
            <pc:sldMk cId="734069938" sldId="400"/>
            <ac:cxnSpMk id="96" creationId="{B688D244-E5D3-70E3-58F6-62BCD458E1BE}"/>
          </ac:cxnSpMkLst>
        </pc:cxnChg>
        <pc:cxnChg chg="add mod">
          <ac:chgData name="Cheng, Wei-Chung" userId="4edd7910-2cb6-49ab-8070-73f49ba0c7ff" providerId="ADAL" clId="{3B64111A-1836-4453-A498-15C82F99564A}" dt="2023-05-24T15:00:59.841" v="505" actId="1036"/>
          <ac:cxnSpMkLst>
            <pc:docMk/>
            <pc:sldMk cId="734069938" sldId="400"/>
            <ac:cxnSpMk id="122" creationId="{7483DA97-FD7D-29C1-8251-73F52208CABB}"/>
          </ac:cxnSpMkLst>
        </pc:cxnChg>
        <pc:cxnChg chg="add mod">
          <ac:chgData name="Cheng, Wei-Chung" userId="4edd7910-2cb6-49ab-8070-73f49ba0c7ff" providerId="ADAL" clId="{3B64111A-1836-4453-A498-15C82F99564A}" dt="2023-05-24T15:01:40.178" v="509" actId="14100"/>
          <ac:cxnSpMkLst>
            <pc:docMk/>
            <pc:sldMk cId="734069938" sldId="400"/>
            <ac:cxnSpMk id="127" creationId="{F294EB7E-CD61-31BE-98E4-ED59599D6FA7}"/>
          </ac:cxnSpMkLst>
        </pc:cxnChg>
        <pc:cxnChg chg="add mod">
          <ac:chgData name="Cheng, Wei-Chung" userId="4edd7910-2cb6-49ab-8070-73f49ba0c7ff" providerId="ADAL" clId="{3B64111A-1836-4453-A498-15C82F99564A}" dt="2023-05-24T15:02:14.214" v="513" actId="14861"/>
          <ac:cxnSpMkLst>
            <pc:docMk/>
            <pc:sldMk cId="734069938" sldId="400"/>
            <ac:cxnSpMk id="132" creationId="{E0371D35-9ABB-24E0-C1B5-9AAE219C55D5}"/>
          </ac:cxnSpMkLst>
        </pc:cxnChg>
        <pc:cxnChg chg="add mod">
          <ac:chgData name="Cheng, Wei-Chung" userId="4edd7910-2cb6-49ab-8070-73f49ba0c7ff" providerId="ADAL" clId="{3B64111A-1836-4453-A498-15C82F99564A}" dt="2023-05-24T15:02:25.857" v="517" actId="14100"/>
          <ac:cxnSpMkLst>
            <pc:docMk/>
            <pc:sldMk cId="734069938" sldId="400"/>
            <ac:cxnSpMk id="134" creationId="{54DDAF95-4406-75AD-2747-D782765252F8}"/>
          </ac:cxnSpMkLst>
        </pc:cxnChg>
        <pc:cxnChg chg="add mod">
          <ac:chgData name="Cheng, Wei-Chung" userId="4edd7910-2cb6-49ab-8070-73f49ba0c7ff" providerId="ADAL" clId="{3B64111A-1836-4453-A498-15C82F99564A}" dt="2023-05-24T15:14:24.093" v="785" actId="1037"/>
          <ac:cxnSpMkLst>
            <pc:docMk/>
            <pc:sldMk cId="734069938" sldId="400"/>
            <ac:cxnSpMk id="142" creationId="{9CD91EF1-C1F7-94F9-7D19-2793BB01EAE2}"/>
          </ac:cxnSpMkLst>
        </pc:cxnChg>
        <pc:cxnChg chg="add del mod">
          <ac:chgData name="Cheng, Wei-Chung" userId="4edd7910-2cb6-49ab-8070-73f49ba0c7ff" providerId="ADAL" clId="{3B64111A-1836-4453-A498-15C82F99564A}" dt="2023-05-24T15:16:43.386" v="809" actId="571"/>
          <ac:cxnSpMkLst>
            <pc:docMk/>
            <pc:sldMk cId="734069938" sldId="400"/>
            <ac:cxnSpMk id="180" creationId="{26D3AC44-9765-9586-08A6-B32A9D9B6E89}"/>
          </ac:cxnSpMkLst>
        </pc:cxnChg>
      </pc:sldChg>
      <pc:sldChg chg="add del">
        <pc:chgData name="Cheng, Wei-Chung" userId="4edd7910-2cb6-49ab-8070-73f49ba0c7ff" providerId="ADAL" clId="{3B64111A-1836-4453-A498-15C82F99564A}" dt="2023-05-24T14:45:05.671" v="133" actId="47"/>
        <pc:sldMkLst>
          <pc:docMk/>
          <pc:sldMk cId="2173556784" sldId="400"/>
        </pc:sldMkLst>
      </pc:sldChg>
      <pc:sldChg chg="addSp delSp modSp add mod">
        <pc:chgData name="Cheng, Wei-Chung" userId="4edd7910-2cb6-49ab-8070-73f49ba0c7ff" providerId="ADAL" clId="{3B64111A-1836-4453-A498-15C82F99564A}" dt="2023-05-24T15:37:37.426" v="1278" actId="20577"/>
        <pc:sldMkLst>
          <pc:docMk/>
          <pc:sldMk cId="3921115649" sldId="401"/>
        </pc:sldMkLst>
        <pc:spChg chg="mod">
          <ac:chgData name="Cheng, Wei-Chung" userId="4edd7910-2cb6-49ab-8070-73f49ba0c7ff" providerId="ADAL" clId="{3B64111A-1836-4453-A498-15C82F99564A}" dt="2023-05-24T15:34:04.697" v="1154" actId="20577"/>
          <ac:spMkLst>
            <pc:docMk/>
            <pc:sldMk cId="3921115649" sldId="401"/>
            <ac:spMk id="4" creationId="{AFBA5C9E-12B3-4216-9084-8B3EA671F7C5}"/>
          </ac:spMkLst>
        </pc:spChg>
        <pc:spChg chg="mod">
          <ac:chgData name="Cheng, Wei-Chung" userId="4edd7910-2cb6-49ab-8070-73f49ba0c7ff" providerId="ADAL" clId="{3B64111A-1836-4453-A498-15C82F99564A}" dt="2023-05-24T15:37:37.426" v="1278" actId="20577"/>
          <ac:spMkLst>
            <pc:docMk/>
            <pc:sldMk cId="3921115649" sldId="401"/>
            <ac:spMk id="5" creationId="{BC047DDD-FCC6-465E-9F11-9E74AED32C09}"/>
          </ac:spMkLst>
        </pc:spChg>
        <pc:spChg chg="del">
          <ac:chgData name="Cheng, Wei-Chung" userId="4edd7910-2cb6-49ab-8070-73f49ba0c7ff" providerId="ADAL" clId="{3B64111A-1836-4453-A498-15C82F99564A}" dt="2023-05-24T15:34:19.514" v="1160" actId="478"/>
          <ac:spMkLst>
            <pc:docMk/>
            <pc:sldMk cId="3921115649" sldId="401"/>
            <ac:spMk id="10" creationId="{89252D62-A27D-8ACC-22A7-0F502CE83B42}"/>
          </ac:spMkLst>
        </pc:spChg>
        <pc:spChg chg="del">
          <ac:chgData name="Cheng, Wei-Chung" userId="4edd7910-2cb6-49ab-8070-73f49ba0c7ff" providerId="ADAL" clId="{3B64111A-1836-4453-A498-15C82F99564A}" dt="2023-05-24T15:34:18.879" v="1159" actId="478"/>
          <ac:spMkLst>
            <pc:docMk/>
            <pc:sldMk cId="3921115649" sldId="401"/>
            <ac:spMk id="11" creationId="{AD523143-CA15-90A7-B587-C253DF63B4A7}"/>
          </ac:spMkLst>
        </pc:spChg>
        <pc:graphicFrameChg chg="del">
          <ac:chgData name="Cheng, Wei-Chung" userId="4edd7910-2cb6-49ab-8070-73f49ba0c7ff" providerId="ADAL" clId="{3B64111A-1836-4453-A498-15C82F99564A}" dt="2023-05-24T15:34:09.029" v="1155" actId="478"/>
          <ac:graphicFrameMkLst>
            <pc:docMk/>
            <pc:sldMk cId="3921115649" sldId="401"/>
            <ac:graphicFrameMk id="3" creationId="{8D5FEBB8-6597-FA1D-F532-49E03D0CF12E}"/>
          </ac:graphicFrameMkLst>
        </pc:graphicFrameChg>
        <pc:graphicFrameChg chg="add mod">
          <ac:chgData name="Cheng, Wei-Chung" userId="4edd7910-2cb6-49ab-8070-73f49ba0c7ff" providerId="ADAL" clId="{3B64111A-1836-4453-A498-15C82F99564A}" dt="2023-05-24T15:34:37.744" v="1166" actId="14100"/>
          <ac:graphicFrameMkLst>
            <pc:docMk/>
            <pc:sldMk cId="3921115649" sldId="401"/>
            <ac:graphicFrameMk id="12" creationId="{370663DD-A368-431C-ABDD-17EB40C29F03}"/>
          </ac:graphicFrameMkLst>
        </pc:graphicFrameChg>
        <pc:picChg chg="add mod">
          <ac:chgData name="Cheng, Wei-Chung" userId="4edd7910-2cb6-49ab-8070-73f49ba0c7ff" providerId="ADAL" clId="{3B64111A-1836-4453-A498-15C82F99564A}" dt="2023-05-24T15:36:16.552" v="1182" actId="14100"/>
          <ac:picMkLst>
            <pc:docMk/>
            <pc:sldMk cId="3921115649" sldId="401"/>
            <ac:picMk id="8" creationId="{07709F3B-FCA5-0118-A0AA-BEA42656DE62}"/>
          </ac:picMkLst>
        </pc:picChg>
        <pc:picChg chg="del">
          <ac:chgData name="Cheng, Wei-Chung" userId="4edd7910-2cb6-49ab-8070-73f49ba0c7ff" providerId="ADAL" clId="{3B64111A-1836-4453-A498-15C82F99564A}" dt="2023-05-24T15:34:13.356" v="1156" actId="478"/>
          <ac:picMkLst>
            <pc:docMk/>
            <pc:sldMk cId="3921115649" sldId="401"/>
            <ac:picMk id="9" creationId="{D1718F75-1609-6F8B-96C0-3619EA217DE3}"/>
          </ac:picMkLst>
        </pc:picChg>
        <pc:picChg chg="del">
          <ac:chgData name="Cheng, Wei-Chung" userId="4edd7910-2cb6-49ab-8070-73f49ba0c7ff" providerId="ADAL" clId="{3B64111A-1836-4453-A498-15C82F99564A}" dt="2023-05-24T15:34:17.898" v="1158" actId="478"/>
          <ac:picMkLst>
            <pc:docMk/>
            <pc:sldMk cId="3921115649" sldId="401"/>
            <ac:picMk id="7170" creationId="{859BA60C-6655-559D-F312-35E5477440AC}"/>
          </ac:picMkLst>
        </pc:picChg>
        <pc:picChg chg="del">
          <ac:chgData name="Cheng, Wei-Chung" userId="4edd7910-2cb6-49ab-8070-73f49ba0c7ff" providerId="ADAL" clId="{3B64111A-1836-4453-A498-15C82F99564A}" dt="2023-05-24T15:34:17.192" v="1157" actId="478"/>
          <ac:picMkLst>
            <pc:docMk/>
            <pc:sldMk cId="3921115649" sldId="401"/>
            <ac:picMk id="7173" creationId="{F2ED04C5-45F9-4F8B-CD63-14AC9294B551}"/>
          </ac:picMkLst>
        </pc:picChg>
      </pc:sldChg>
      <pc:sldChg chg="addSp delSp modSp new del">
        <pc:chgData name="Cheng, Wei-Chung" userId="4edd7910-2cb6-49ab-8070-73f49ba0c7ff" providerId="ADAL" clId="{3B64111A-1836-4453-A498-15C82F99564A}" dt="2023-05-24T15:44:48.941" v="1290" actId="47"/>
        <pc:sldMkLst>
          <pc:docMk/>
          <pc:sldMk cId="247854228" sldId="402"/>
        </pc:sldMkLst>
        <pc:picChg chg="add del mod">
          <ac:chgData name="Cheng, Wei-Chung" userId="4edd7910-2cb6-49ab-8070-73f49ba0c7ff" providerId="ADAL" clId="{3B64111A-1836-4453-A498-15C82F99564A}" dt="2023-05-24T15:43:35.214" v="1281"/>
          <ac:picMkLst>
            <pc:docMk/>
            <pc:sldMk cId="247854228" sldId="402"/>
            <ac:picMk id="4" creationId="{1157BF76-B491-803A-F44A-B1148D1C38E7}"/>
          </ac:picMkLst>
        </pc:picChg>
        <pc:picChg chg="add mod">
          <ac:chgData name="Cheng, Wei-Chung" userId="4edd7910-2cb6-49ab-8070-73f49ba0c7ff" providerId="ADAL" clId="{3B64111A-1836-4453-A498-15C82F99564A}" dt="2023-05-24T15:44:10.453" v="1289" actId="1076"/>
          <ac:picMkLst>
            <pc:docMk/>
            <pc:sldMk cId="247854228" sldId="402"/>
            <ac:picMk id="5" creationId="{DE27CF4B-0E86-3F4D-AA37-23FE8C36A552}"/>
          </ac:picMkLst>
        </pc:picChg>
      </pc:sldChg>
    </pc:docChg>
  </pc:docChgLst>
  <pc:docChgLst>
    <pc:chgData name="Cheng, Wei-Chung" userId="4edd7910-2cb6-49ab-8070-73f49ba0c7ff" providerId="ADAL" clId="{30803E2A-B62B-4184-A5E5-5955D2B407EA}"/>
    <pc:docChg chg="undo redo custSel addSld delSld modSld">
      <pc:chgData name="Cheng, Wei-Chung" userId="4edd7910-2cb6-49ab-8070-73f49ba0c7ff" providerId="ADAL" clId="{30803E2A-B62B-4184-A5E5-5955D2B407EA}" dt="2023-05-25T17:24:28.508" v="1007" actId="1076"/>
      <pc:docMkLst>
        <pc:docMk/>
      </pc:docMkLst>
      <pc:sldChg chg="modSp mod">
        <pc:chgData name="Cheng, Wei-Chung" userId="4edd7910-2cb6-49ab-8070-73f49ba0c7ff" providerId="ADAL" clId="{30803E2A-B62B-4184-A5E5-5955D2B407EA}" dt="2023-05-25T16:58:01.104" v="198" actId="207"/>
        <pc:sldMkLst>
          <pc:docMk/>
          <pc:sldMk cId="1215084195" sldId="324"/>
        </pc:sldMkLst>
        <pc:spChg chg="mod">
          <ac:chgData name="Cheng, Wei-Chung" userId="4edd7910-2cb6-49ab-8070-73f49ba0c7ff" providerId="ADAL" clId="{30803E2A-B62B-4184-A5E5-5955D2B407EA}" dt="2023-05-25T16:58:01.104" v="198" actId="207"/>
          <ac:spMkLst>
            <pc:docMk/>
            <pc:sldMk cId="1215084195" sldId="324"/>
            <ac:spMk id="5" creationId="{00000000-0000-0000-0000-000000000000}"/>
          </ac:spMkLst>
        </pc:spChg>
      </pc:sldChg>
      <pc:sldChg chg="modSp mod">
        <pc:chgData name="Cheng, Wei-Chung" userId="4edd7910-2cb6-49ab-8070-73f49ba0c7ff" providerId="ADAL" clId="{30803E2A-B62B-4184-A5E5-5955D2B407EA}" dt="2023-05-25T17:01:27.238" v="238" actId="20577"/>
        <pc:sldMkLst>
          <pc:docMk/>
          <pc:sldMk cId="2162539531" sldId="364"/>
        </pc:sldMkLst>
        <pc:spChg chg="mod">
          <ac:chgData name="Cheng, Wei-Chung" userId="4edd7910-2cb6-49ab-8070-73f49ba0c7ff" providerId="ADAL" clId="{30803E2A-B62B-4184-A5E5-5955D2B407EA}" dt="2023-05-25T17:01:27.238" v="238" actId="20577"/>
          <ac:spMkLst>
            <pc:docMk/>
            <pc:sldMk cId="2162539531" sldId="364"/>
            <ac:spMk id="5" creationId="{BC047DDD-FCC6-465E-9F11-9E74AED32C09}"/>
          </ac:spMkLst>
        </pc:spChg>
      </pc:sldChg>
      <pc:sldChg chg="modSp mod">
        <pc:chgData name="Cheng, Wei-Chung" userId="4edd7910-2cb6-49ab-8070-73f49ba0c7ff" providerId="ADAL" clId="{30803E2A-B62B-4184-A5E5-5955D2B407EA}" dt="2023-05-25T17:08:24.306" v="478" actId="20577"/>
        <pc:sldMkLst>
          <pc:docMk/>
          <pc:sldMk cId="4281851304" sldId="375"/>
        </pc:sldMkLst>
        <pc:spChg chg="mod">
          <ac:chgData name="Cheng, Wei-Chung" userId="4edd7910-2cb6-49ab-8070-73f49ba0c7ff" providerId="ADAL" clId="{30803E2A-B62B-4184-A5E5-5955D2B407EA}" dt="2023-05-25T17:08:24.306" v="478" actId="20577"/>
          <ac:spMkLst>
            <pc:docMk/>
            <pc:sldMk cId="4281851304" sldId="375"/>
            <ac:spMk id="2" creationId="{C4612386-62F1-488B-8208-58917C9A7271}"/>
          </ac:spMkLst>
        </pc:spChg>
        <pc:spChg chg="mod">
          <ac:chgData name="Cheng, Wei-Chung" userId="4edd7910-2cb6-49ab-8070-73f49ba0c7ff" providerId="ADAL" clId="{30803E2A-B62B-4184-A5E5-5955D2B407EA}" dt="2023-05-25T17:07:57.430" v="474" actId="313"/>
          <ac:spMkLst>
            <pc:docMk/>
            <pc:sldMk cId="4281851304" sldId="375"/>
            <ac:spMk id="5" creationId="{6E58AE43-9002-E897-6CF8-04CB99BA9A3E}"/>
          </ac:spMkLst>
        </pc:spChg>
      </pc:sldChg>
      <pc:sldChg chg="modSp mod">
        <pc:chgData name="Cheng, Wei-Chung" userId="4edd7910-2cb6-49ab-8070-73f49ba0c7ff" providerId="ADAL" clId="{30803E2A-B62B-4184-A5E5-5955D2B407EA}" dt="2023-05-25T16:46:34.793" v="45" actId="20577"/>
        <pc:sldMkLst>
          <pc:docMk/>
          <pc:sldMk cId="2161646621" sldId="381"/>
        </pc:sldMkLst>
        <pc:spChg chg="mod">
          <ac:chgData name="Cheng, Wei-Chung" userId="4edd7910-2cb6-49ab-8070-73f49ba0c7ff" providerId="ADAL" clId="{30803E2A-B62B-4184-A5E5-5955D2B407EA}" dt="2023-05-25T16:46:34.793" v="45" actId="20577"/>
          <ac:spMkLst>
            <pc:docMk/>
            <pc:sldMk cId="2161646621" sldId="381"/>
            <ac:spMk id="5" creationId="{62EB16D9-0310-4312-89EF-B046E5B5D6AA}"/>
          </ac:spMkLst>
        </pc:spChg>
      </pc:sldChg>
      <pc:sldChg chg="modSp mod">
        <pc:chgData name="Cheng, Wei-Chung" userId="4edd7910-2cb6-49ab-8070-73f49ba0c7ff" providerId="ADAL" clId="{30803E2A-B62B-4184-A5E5-5955D2B407EA}" dt="2023-05-25T17:03:20.873" v="290" actId="20577"/>
        <pc:sldMkLst>
          <pc:docMk/>
          <pc:sldMk cId="3965321527" sldId="384"/>
        </pc:sldMkLst>
        <pc:spChg chg="mod">
          <ac:chgData name="Cheng, Wei-Chung" userId="4edd7910-2cb6-49ab-8070-73f49ba0c7ff" providerId="ADAL" clId="{30803E2A-B62B-4184-A5E5-5955D2B407EA}" dt="2023-05-25T17:03:20.873" v="290" actId="20577"/>
          <ac:spMkLst>
            <pc:docMk/>
            <pc:sldMk cId="3965321527" sldId="384"/>
            <ac:spMk id="5" creationId="{BC047DDD-FCC6-465E-9F11-9E74AED32C09}"/>
          </ac:spMkLst>
        </pc:spChg>
      </pc:sldChg>
      <pc:sldChg chg="modSp mod">
        <pc:chgData name="Cheng, Wei-Chung" userId="4edd7910-2cb6-49ab-8070-73f49ba0c7ff" providerId="ADAL" clId="{30803E2A-B62B-4184-A5E5-5955D2B407EA}" dt="2023-05-25T17:07:33.020" v="460" actId="1076"/>
        <pc:sldMkLst>
          <pc:docMk/>
          <pc:sldMk cId="1384193779" sldId="385"/>
        </pc:sldMkLst>
        <pc:spChg chg="mod">
          <ac:chgData name="Cheng, Wei-Chung" userId="4edd7910-2cb6-49ab-8070-73f49ba0c7ff" providerId="ADAL" clId="{30803E2A-B62B-4184-A5E5-5955D2B407EA}" dt="2023-05-25T17:07:25.238" v="457" actId="14100"/>
          <ac:spMkLst>
            <pc:docMk/>
            <pc:sldMk cId="1384193779" sldId="385"/>
            <ac:spMk id="2" creationId="{020403EF-AE49-948D-6D4E-378B5B863C79}"/>
          </ac:spMkLst>
        </pc:spChg>
        <pc:picChg chg="mod">
          <ac:chgData name="Cheng, Wei-Chung" userId="4edd7910-2cb6-49ab-8070-73f49ba0c7ff" providerId="ADAL" clId="{30803E2A-B62B-4184-A5E5-5955D2B407EA}" dt="2023-05-25T17:07:29.582" v="458" actId="1076"/>
          <ac:picMkLst>
            <pc:docMk/>
            <pc:sldMk cId="1384193779" sldId="385"/>
            <ac:picMk id="3" creationId="{8DA45958-D582-845A-359D-BA490CF03435}"/>
          </ac:picMkLst>
        </pc:picChg>
        <pc:picChg chg="mod">
          <ac:chgData name="Cheng, Wei-Chung" userId="4edd7910-2cb6-49ab-8070-73f49ba0c7ff" providerId="ADAL" clId="{30803E2A-B62B-4184-A5E5-5955D2B407EA}" dt="2023-05-25T17:07:33.020" v="460" actId="1076"/>
          <ac:picMkLst>
            <pc:docMk/>
            <pc:sldMk cId="1384193779" sldId="385"/>
            <ac:picMk id="1027" creationId="{8E58E339-46C2-A9A2-090E-6FF3DA94F7D1}"/>
          </ac:picMkLst>
        </pc:picChg>
      </pc:sldChg>
      <pc:sldChg chg="modSp mod">
        <pc:chgData name="Cheng, Wei-Chung" userId="4edd7910-2cb6-49ab-8070-73f49ba0c7ff" providerId="ADAL" clId="{30803E2A-B62B-4184-A5E5-5955D2B407EA}" dt="2023-05-25T17:14:48.722" v="719" actId="20577"/>
        <pc:sldMkLst>
          <pc:docMk/>
          <pc:sldMk cId="692629514" sldId="387"/>
        </pc:sldMkLst>
        <pc:spChg chg="mod">
          <ac:chgData name="Cheng, Wei-Chung" userId="4edd7910-2cb6-49ab-8070-73f49ba0c7ff" providerId="ADAL" clId="{30803E2A-B62B-4184-A5E5-5955D2B407EA}" dt="2023-05-25T17:14:48.722" v="719" actId="20577"/>
          <ac:spMkLst>
            <pc:docMk/>
            <pc:sldMk cId="692629514" sldId="387"/>
            <ac:spMk id="5" creationId="{BC047DDD-FCC6-465E-9F11-9E74AED32C09}"/>
          </ac:spMkLst>
        </pc:spChg>
        <pc:picChg chg="mod">
          <ac:chgData name="Cheng, Wei-Chung" userId="4edd7910-2cb6-49ab-8070-73f49ba0c7ff" providerId="ADAL" clId="{30803E2A-B62B-4184-A5E5-5955D2B407EA}" dt="2023-05-25T17:14:32.762" v="698" actId="1076"/>
          <ac:picMkLst>
            <pc:docMk/>
            <pc:sldMk cId="692629514" sldId="387"/>
            <ac:picMk id="8" creationId="{357DEDF6-8D5D-24B0-BA10-A480A2AABF6D}"/>
          </ac:picMkLst>
        </pc:picChg>
      </pc:sldChg>
      <pc:sldChg chg="addSp delSp modSp mod">
        <pc:chgData name="Cheng, Wei-Chung" userId="4edd7910-2cb6-49ab-8070-73f49ba0c7ff" providerId="ADAL" clId="{30803E2A-B62B-4184-A5E5-5955D2B407EA}" dt="2023-05-25T17:21:24.531" v="918" actId="14100"/>
        <pc:sldMkLst>
          <pc:docMk/>
          <pc:sldMk cId="565935721" sldId="388"/>
        </pc:sldMkLst>
        <pc:spChg chg="mod">
          <ac:chgData name="Cheng, Wei-Chung" userId="4edd7910-2cb6-49ab-8070-73f49ba0c7ff" providerId="ADAL" clId="{30803E2A-B62B-4184-A5E5-5955D2B407EA}" dt="2023-05-25T17:19:39.622" v="865"/>
          <ac:spMkLst>
            <pc:docMk/>
            <pc:sldMk cId="565935721" sldId="388"/>
            <ac:spMk id="5" creationId="{BC047DDD-FCC6-465E-9F11-9E74AED32C09}"/>
          </ac:spMkLst>
        </pc:spChg>
        <pc:spChg chg="add del">
          <ac:chgData name="Cheng, Wei-Chung" userId="4edd7910-2cb6-49ab-8070-73f49ba0c7ff" providerId="ADAL" clId="{30803E2A-B62B-4184-A5E5-5955D2B407EA}" dt="2023-05-25T17:19:43.919" v="867" actId="22"/>
          <ac:spMkLst>
            <pc:docMk/>
            <pc:sldMk cId="565935721" sldId="388"/>
            <ac:spMk id="6" creationId="{C0B3F453-CF79-56D1-18C4-EB597C8F2B0A}"/>
          </ac:spMkLst>
        </pc:spChg>
        <pc:spChg chg="add mod">
          <ac:chgData name="Cheng, Wei-Chung" userId="4edd7910-2cb6-49ab-8070-73f49ba0c7ff" providerId="ADAL" clId="{30803E2A-B62B-4184-A5E5-5955D2B407EA}" dt="2023-05-25T17:21:24.531" v="918" actId="14100"/>
          <ac:spMkLst>
            <pc:docMk/>
            <pc:sldMk cId="565935721" sldId="388"/>
            <ac:spMk id="7" creationId="{A9191E2E-2C8A-B755-7564-AD85DD125A4F}"/>
          </ac:spMkLst>
        </pc:spChg>
        <pc:picChg chg="mod">
          <ac:chgData name="Cheng, Wei-Chung" userId="4edd7910-2cb6-49ab-8070-73f49ba0c7ff" providerId="ADAL" clId="{30803E2A-B62B-4184-A5E5-5955D2B407EA}" dt="2023-05-25T17:19:30.094" v="861" actId="1076"/>
          <ac:picMkLst>
            <pc:docMk/>
            <pc:sldMk cId="565935721" sldId="388"/>
            <ac:picMk id="12" creationId="{A218CE1E-F25E-6DF8-FC2D-06C2E66D8243}"/>
          </ac:picMkLst>
        </pc:picChg>
        <pc:picChg chg="add del mod">
          <ac:chgData name="Cheng, Wei-Chung" userId="4edd7910-2cb6-49ab-8070-73f49ba0c7ff" providerId="ADAL" clId="{30803E2A-B62B-4184-A5E5-5955D2B407EA}" dt="2023-05-25T17:19:33.579" v="862" actId="1076"/>
          <ac:picMkLst>
            <pc:docMk/>
            <pc:sldMk cId="565935721" sldId="388"/>
            <ac:picMk id="2050" creationId="{A30D8BA4-1A20-302F-7113-258000C1CAE6}"/>
          </ac:picMkLst>
        </pc:picChg>
      </pc:sldChg>
      <pc:sldChg chg="modSp mod">
        <pc:chgData name="Cheng, Wei-Chung" userId="4edd7910-2cb6-49ab-8070-73f49ba0c7ff" providerId="ADAL" clId="{30803E2A-B62B-4184-A5E5-5955D2B407EA}" dt="2023-05-25T17:24:28.508" v="1007" actId="1076"/>
        <pc:sldMkLst>
          <pc:docMk/>
          <pc:sldMk cId="1282689222" sldId="390"/>
        </pc:sldMkLst>
        <pc:spChg chg="mod">
          <ac:chgData name="Cheng, Wei-Chung" userId="4edd7910-2cb6-49ab-8070-73f49ba0c7ff" providerId="ADAL" clId="{30803E2A-B62B-4184-A5E5-5955D2B407EA}" dt="2023-05-25T17:23:59.916" v="999" actId="20577"/>
          <ac:spMkLst>
            <pc:docMk/>
            <pc:sldMk cId="1282689222" sldId="390"/>
            <ac:spMk id="5" creationId="{BC047DDD-FCC6-465E-9F11-9E74AED32C09}"/>
          </ac:spMkLst>
        </pc:spChg>
        <pc:picChg chg="mod">
          <ac:chgData name="Cheng, Wei-Chung" userId="4edd7910-2cb6-49ab-8070-73f49ba0c7ff" providerId="ADAL" clId="{30803E2A-B62B-4184-A5E5-5955D2B407EA}" dt="2023-05-25T17:24:28.508" v="1007" actId="1076"/>
          <ac:picMkLst>
            <pc:docMk/>
            <pc:sldMk cId="1282689222" sldId="390"/>
            <ac:picMk id="4098" creationId="{FC5D41C2-18C7-C671-7795-EDB917EC8D17}"/>
          </ac:picMkLst>
        </pc:picChg>
      </pc:sldChg>
      <pc:sldChg chg="addSp delSp modSp mod">
        <pc:chgData name="Cheng, Wei-Chung" userId="4edd7910-2cb6-49ab-8070-73f49ba0c7ff" providerId="ADAL" clId="{30803E2A-B62B-4184-A5E5-5955D2B407EA}" dt="2023-05-25T16:56:45.499" v="195" actId="1076"/>
        <pc:sldMkLst>
          <pc:docMk/>
          <pc:sldMk cId="194498676" sldId="391"/>
        </pc:sldMkLst>
        <pc:spChg chg="add del mod">
          <ac:chgData name="Cheng, Wei-Chung" userId="4edd7910-2cb6-49ab-8070-73f49ba0c7ff" providerId="ADAL" clId="{30803E2A-B62B-4184-A5E5-5955D2B407EA}" dt="2023-05-25T16:54:41.730" v="167"/>
          <ac:spMkLst>
            <pc:docMk/>
            <pc:sldMk cId="194498676" sldId="391"/>
            <ac:spMk id="3" creationId="{D1C3DAE7-555C-46A2-DE18-112846E96578}"/>
          </ac:spMkLst>
        </pc:spChg>
        <pc:spChg chg="add del mod">
          <ac:chgData name="Cheng, Wei-Chung" userId="4edd7910-2cb6-49ab-8070-73f49ba0c7ff" providerId="ADAL" clId="{30803E2A-B62B-4184-A5E5-5955D2B407EA}" dt="2023-05-25T16:54:41.730" v="167"/>
          <ac:spMkLst>
            <pc:docMk/>
            <pc:sldMk cId="194498676" sldId="391"/>
            <ac:spMk id="6" creationId="{441DBB42-0C94-5331-1AC2-7BE2766D019C}"/>
          </ac:spMkLst>
        </pc:spChg>
        <pc:spChg chg="add del mod">
          <ac:chgData name="Cheng, Wei-Chung" userId="4edd7910-2cb6-49ab-8070-73f49ba0c7ff" providerId="ADAL" clId="{30803E2A-B62B-4184-A5E5-5955D2B407EA}" dt="2023-05-25T16:54:41.730" v="167"/>
          <ac:spMkLst>
            <pc:docMk/>
            <pc:sldMk cId="194498676" sldId="391"/>
            <ac:spMk id="7" creationId="{AE10975A-27A1-5217-898E-CD92C089D036}"/>
          </ac:spMkLst>
        </pc:spChg>
        <pc:spChg chg="add del mod">
          <ac:chgData name="Cheng, Wei-Chung" userId="4edd7910-2cb6-49ab-8070-73f49ba0c7ff" providerId="ADAL" clId="{30803E2A-B62B-4184-A5E5-5955D2B407EA}" dt="2023-05-25T16:54:41.730" v="167"/>
          <ac:spMkLst>
            <pc:docMk/>
            <pc:sldMk cId="194498676" sldId="391"/>
            <ac:spMk id="8" creationId="{38757D02-CE9F-2D88-C799-C6CBE9074EA8}"/>
          </ac:spMkLst>
        </pc:spChg>
        <pc:spChg chg="add del mod">
          <ac:chgData name="Cheng, Wei-Chung" userId="4edd7910-2cb6-49ab-8070-73f49ba0c7ff" providerId="ADAL" clId="{30803E2A-B62B-4184-A5E5-5955D2B407EA}" dt="2023-05-25T16:54:41.730" v="167"/>
          <ac:spMkLst>
            <pc:docMk/>
            <pc:sldMk cId="194498676" sldId="391"/>
            <ac:spMk id="16" creationId="{4FC89D02-63C6-7925-AA6F-7265171F6161}"/>
          </ac:spMkLst>
        </pc:spChg>
        <pc:spChg chg="add del mod">
          <ac:chgData name="Cheng, Wei-Chung" userId="4edd7910-2cb6-49ab-8070-73f49ba0c7ff" providerId="ADAL" clId="{30803E2A-B62B-4184-A5E5-5955D2B407EA}" dt="2023-05-25T16:54:41.730" v="167"/>
          <ac:spMkLst>
            <pc:docMk/>
            <pc:sldMk cId="194498676" sldId="391"/>
            <ac:spMk id="18" creationId="{83D78052-7DC4-D3E0-BE4B-9A484CBBC667}"/>
          </ac:spMkLst>
        </pc:spChg>
        <pc:spChg chg="add del mod">
          <ac:chgData name="Cheng, Wei-Chung" userId="4edd7910-2cb6-49ab-8070-73f49ba0c7ff" providerId="ADAL" clId="{30803E2A-B62B-4184-A5E5-5955D2B407EA}" dt="2023-05-25T16:54:41.730" v="167"/>
          <ac:spMkLst>
            <pc:docMk/>
            <pc:sldMk cId="194498676" sldId="391"/>
            <ac:spMk id="19" creationId="{6ADB0DC0-3B13-FE80-7574-8DDB8F6367DD}"/>
          </ac:spMkLst>
        </pc:spChg>
        <pc:spChg chg="mod">
          <ac:chgData name="Cheng, Wei-Chung" userId="4edd7910-2cb6-49ab-8070-73f49ba0c7ff" providerId="ADAL" clId="{30803E2A-B62B-4184-A5E5-5955D2B407EA}" dt="2023-05-25T16:56:29.124" v="187"/>
          <ac:spMkLst>
            <pc:docMk/>
            <pc:sldMk cId="194498676" sldId="391"/>
            <ac:spMk id="25" creationId="{1308F20A-6CB2-73F1-5411-E8661ED7925B}"/>
          </ac:spMkLst>
        </pc:spChg>
        <pc:spChg chg="mod">
          <ac:chgData name="Cheng, Wei-Chung" userId="4edd7910-2cb6-49ab-8070-73f49ba0c7ff" providerId="ADAL" clId="{30803E2A-B62B-4184-A5E5-5955D2B407EA}" dt="2023-05-25T16:56:29.124" v="187"/>
          <ac:spMkLst>
            <pc:docMk/>
            <pc:sldMk cId="194498676" sldId="391"/>
            <ac:spMk id="26" creationId="{1D04FD71-E4A0-CC85-346A-1A8A6AC167F6}"/>
          </ac:spMkLst>
        </pc:spChg>
        <pc:spChg chg="mod">
          <ac:chgData name="Cheng, Wei-Chung" userId="4edd7910-2cb6-49ab-8070-73f49ba0c7ff" providerId="ADAL" clId="{30803E2A-B62B-4184-A5E5-5955D2B407EA}" dt="2023-05-25T16:56:29.124" v="187"/>
          <ac:spMkLst>
            <pc:docMk/>
            <pc:sldMk cId="194498676" sldId="391"/>
            <ac:spMk id="27" creationId="{C6306094-3D0B-22EA-D2B3-242E80FE36BF}"/>
          </ac:spMkLst>
        </pc:spChg>
        <pc:spChg chg="mod">
          <ac:chgData name="Cheng, Wei-Chung" userId="4edd7910-2cb6-49ab-8070-73f49ba0c7ff" providerId="ADAL" clId="{30803E2A-B62B-4184-A5E5-5955D2B407EA}" dt="2023-05-25T16:56:29.124" v="187"/>
          <ac:spMkLst>
            <pc:docMk/>
            <pc:sldMk cId="194498676" sldId="391"/>
            <ac:spMk id="28" creationId="{167CCC11-1D66-7D30-6FE7-11C3B8D672B0}"/>
          </ac:spMkLst>
        </pc:spChg>
        <pc:spChg chg="mod">
          <ac:chgData name="Cheng, Wei-Chung" userId="4edd7910-2cb6-49ab-8070-73f49ba0c7ff" providerId="ADAL" clId="{30803E2A-B62B-4184-A5E5-5955D2B407EA}" dt="2023-05-25T16:56:29.124" v="187"/>
          <ac:spMkLst>
            <pc:docMk/>
            <pc:sldMk cId="194498676" sldId="391"/>
            <ac:spMk id="5125" creationId="{383C5187-2336-9DF7-EC68-81190D2F6937}"/>
          </ac:spMkLst>
        </pc:spChg>
        <pc:spChg chg="mod">
          <ac:chgData name="Cheng, Wei-Chung" userId="4edd7910-2cb6-49ab-8070-73f49ba0c7ff" providerId="ADAL" clId="{30803E2A-B62B-4184-A5E5-5955D2B407EA}" dt="2023-05-25T16:56:29.124" v="187"/>
          <ac:spMkLst>
            <pc:docMk/>
            <pc:sldMk cId="194498676" sldId="391"/>
            <ac:spMk id="5127" creationId="{4CF78E35-8281-8BA8-C44E-C83EF9AD6B17}"/>
          </ac:spMkLst>
        </pc:spChg>
        <pc:grpChg chg="add mod">
          <ac:chgData name="Cheng, Wei-Chung" userId="4edd7910-2cb6-49ab-8070-73f49ba0c7ff" providerId="ADAL" clId="{30803E2A-B62B-4184-A5E5-5955D2B407EA}" dt="2023-05-25T16:54:40.813" v="166" actId="164"/>
          <ac:grpSpMkLst>
            <pc:docMk/>
            <pc:sldMk cId="194498676" sldId="391"/>
            <ac:grpSpMk id="22" creationId="{FA222A9F-4327-85E6-74B1-0D27A4F45444}"/>
          </ac:grpSpMkLst>
        </pc:grpChg>
        <pc:grpChg chg="add del mod">
          <ac:chgData name="Cheng, Wei-Chung" userId="4edd7910-2cb6-49ab-8070-73f49ba0c7ff" providerId="ADAL" clId="{30803E2A-B62B-4184-A5E5-5955D2B407EA}" dt="2023-05-25T16:56:35.005" v="190"/>
          <ac:grpSpMkLst>
            <pc:docMk/>
            <pc:sldMk cId="194498676" sldId="391"/>
            <ac:grpSpMk id="24" creationId="{5895F940-489F-8F99-5239-B366BC895718}"/>
          </ac:grpSpMkLst>
        </pc:grpChg>
        <pc:picChg chg="add del mod">
          <ac:chgData name="Cheng, Wei-Chung" userId="4edd7910-2cb6-49ab-8070-73f49ba0c7ff" providerId="ADAL" clId="{30803E2A-B62B-4184-A5E5-5955D2B407EA}" dt="2023-05-25T16:55:48.524" v="176"/>
          <ac:picMkLst>
            <pc:docMk/>
            <pc:sldMk cId="194498676" sldId="391"/>
            <ac:picMk id="23" creationId="{7CBAF6AC-8308-26A0-E5E3-9CE581A3E78B}"/>
          </ac:picMkLst>
        </pc:picChg>
        <pc:picChg chg="add mod">
          <ac:chgData name="Cheng, Wei-Chung" userId="4edd7910-2cb6-49ab-8070-73f49ba0c7ff" providerId="ADAL" clId="{30803E2A-B62B-4184-A5E5-5955D2B407EA}" dt="2023-05-25T16:56:45.499" v="195" actId="1076"/>
          <ac:picMkLst>
            <pc:docMk/>
            <pc:sldMk cId="194498676" sldId="391"/>
            <ac:picMk id="5128" creationId="{D0B50CC8-BEE3-AB2A-09E0-3E1E6B673B20}"/>
          </ac:picMkLst>
        </pc:picChg>
        <pc:cxnChg chg="add del mod">
          <ac:chgData name="Cheng, Wei-Chung" userId="4edd7910-2cb6-49ab-8070-73f49ba0c7ff" providerId="ADAL" clId="{30803E2A-B62B-4184-A5E5-5955D2B407EA}" dt="2023-05-25T16:54:41.730" v="167"/>
          <ac:cxnSpMkLst>
            <pc:docMk/>
            <pc:sldMk cId="194498676" sldId="391"/>
            <ac:cxnSpMk id="9" creationId="{290EAE05-AAA5-D776-E9EB-51766EB6E18C}"/>
          </ac:cxnSpMkLst>
        </pc:cxnChg>
        <pc:cxnChg chg="add del mod">
          <ac:chgData name="Cheng, Wei-Chung" userId="4edd7910-2cb6-49ab-8070-73f49ba0c7ff" providerId="ADAL" clId="{30803E2A-B62B-4184-A5E5-5955D2B407EA}" dt="2023-05-25T16:54:41.730" v="167"/>
          <ac:cxnSpMkLst>
            <pc:docMk/>
            <pc:sldMk cId="194498676" sldId="391"/>
            <ac:cxnSpMk id="10" creationId="{CEA0F37F-EB2C-4464-0788-A2B1B767BEE4}"/>
          </ac:cxnSpMkLst>
        </pc:cxnChg>
        <pc:cxnChg chg="add del mod">
          <ac:chgData name="Cheng, Wei-Chung" userId="4edd7910-2cb6-49ab-8070-73f49ba0c7ff" providerId="ADAL" clId="{30803E2A-B62B-4184-A5E5-5955D2B407EA}" dt="2023-05-25T16:54:41.730" v="167"/>
          <ac:cxnSpMkLst>
            <pc:docMk/>
            <pc:sldMk cId="194498676" sldId="391"/>
            <ac:cxnSpMk id="11" creationId="{8A6B25A5-5102-D618-CE75-83D4FF5C71DF}"/>
          </ac:cxnSpMkLst>
        </pc:cxnChg>
        <pc:cxnChg chg="add del mod">
          <ac:chgData name="Cheng, Wei-Chung" userId="4edd7910-2cb6-49ab-8070-73f49ba0c7ff" providerId="ADAL" clId="{30803E2A-B62B-4184-A5E5-5955D2B407EA}" dt="2023-05-25T16:54:41.730" v="167"/>
          <ac:cxnSpMkLst>
            <pc:docMk/>
            <pc:sldMk cId="194498676" sldId="391"/>
            <ac:cxnSpMk id="12" creationId="{2351AEAD-3623-795B-6CEC-A70620E47E55}"/>
          </ac:cxnSpMkLst>
        </pc:cxnChg>
        <pc:cxnChg chg="add del mod">
          <ac:chgData name="Cheng, Wei-Chung" userId="4edd7910-2cb6-49ab-8070-73f49ba0c7ff" providerId="ADAL" clId="{30803E2A-B62B-4184-A5E5-5955D2B407EA}" dt="2023-05-25T16:54:41.730" v="167"/>
          <ac:cxnSpMkLst>
            <pc:docMk/>
            <pc:sldMk cId="194498676" sldId="391"/>
            <ac:cxnSpMk id="13" creationId="{AC22D46D-DBEE-9EE6-AFA0-E7C8A2D62383}"/>
          </ac:cxnSpMkLst>
        </pc:cxnChg>
        <pc:cxnChg chg="add del mod">
          <ac:chgData name="Cheng, Wei-Chung" userId="4edd7910-2cb6-49ab-8070-73f49ba0c7ff" providerId="ADAL" clId="{30803E2A-B62B-4184-A5E5-5955D2B407EA}" dt="2023-05-25T16:54:41.730" v="167"/>
          <ac:cxnSpMkLst>
            <pc:docMk/>
            <pc:sldMk cId="194498676" sldId="391"/>
            <ac:cxnSpMk id="14" creationId="{FA1FD0F5-BB06-FFE4-5D70-5F9352C684DA}"/>
          </ac:cxnSpMkLst>
        </pc:cxnChg>
        <pc:cxnChg chg="add del mod">
          <ac:chgData name="Cheng, Wei-Chung" userId="4edd7910-2cb6-49ab-8070-73f49ba0c7ff" providerId="ADAL" clId="{30803E2A-B62B-4184-A5E5-5955D2B407EA}" dt="2023-05-25T16:54:41.730" v="167"/>
          <ac:cxnSpMkLst>
            <pc:docMk/>
            <pc:sldMk cId="194498676" sldId="391"/>
            <ac:cxnSpMk id="15" creationId="{20327798-0BD0-2C4F-C3F2-487169400BA2}"/>
          </ac:cxnSpMkLst>
        </pc:cxnChg>
        <pc:cxnChg chg="add del mod">
          <ac:chgData name="Cheng, Wei-Chung" userId="4edd7910-2cb6-49ab-8070-73f49ba0c7ff" providerId="ADAL" clId="{30803E2A-B62B-4184-A5E5-5955D2B407EA}" dt="2023-05-25T16:54:41.730" v="167"/>
          <ac:cxnSpMkLst>
            <pc:docMk/>
            <pc:sldMk cId="194498676" sldId="391"/>
            <ac:cxnSpMk id="17" creationId="{ECE93044-FBEA-9E73-778D-290F7DE7363E}"/>
          </ac:cxnSpMkLst>
        </pc:cxnChg>
        <pc:cxnChg chg="add del mod">
          <ac:chgData name="Cheng, Wei-Chung" userId="4edd7910-2cb6-49ab-8070-73f49ba0c7ff" providerId="ADAL" clId="{30803E2A-B62B-4184-A5E5-5955D2B407EA}" dt="2023-05-25T16:54:41.730" v="167"/>
          <ac:cxnSpMkLst>
            <pc:docMk/>
            <pc:sldMk cId="194498676" sldId="391"/>
            <ac:cxnSpMk id="20" creationId="{0CF51B09-65AB-E364-F5AC-33BC505CB351}"/>
          </ac:cxnSpMkLst>
        </pc:cxnChg>
        <pc:cxnChg chg="add del mod">
          <ac:chgData name="Cheng, Wei-Chung" userId="4edd7910-2cb6-49ab-8070-73f49ba0c7ff" providerId="ADAL" clId="{30803E2A-B62B-4184-A5E5-5955D2B407EA}" dt="2023-05-25T16:54:41.730" v="167"/>
          <ac:cxnSpMkLst>
            <pc:docMk/>
            <pc:sldMk cId="194498676" sldId="391"/>
            <ac:cxnSpMk id="21" creationId="{51593766-2E80-0FC6-300C-961A487944BC}"/>
          </ac:cxnSpMkLst>
        </pc:cxnChg>
        <pc:cxnChg chg="mod">
          <ac:chgData name="Cheng, Wei-Chung" userId="4edd7910-2cb6-49ab-8070-73f49ba0c7ff" providerId="ADAL" clId="{30803E2A-B62B-4184-A5E5-5955D2B407EA}" dt="2023-05-25T16:56:29.124" v="187"/>
          <ac:cxnSpMkLst>
            <pc:docMk/>
            <pc:sldMk cId="194498676" sldId="391"/>
            <ac:cxnSpMk id="29" creationId="{B0F4F82E-91C3-9E4D-3D20-D51BECCD0AF5}"/>
          </ac:cxnSpMkLst>
        </pc:cxnChg>
        <pc:cxnChg chg="mod">
          <ac:chgData name="Cheng, Wei-Chung" userId="4edd7910-2cb6-49ab-8070-73f49ba0c7ff" providerId="ADAL" clId="{30803E2A-B62B-4184-A5E5-5955D2B407EA}" dt="2023-05-25T16:56:29.124" v="187"/>
          <ac:cxnSpMkLst>
            <pc:docMk/>
            <pc:sldMk cId="194498676" sldId="391"/>
            <ac:cxnSpMk id="30" creationId="{97D00BA7-7EE7-F370-3CFD-041789E728FC}"/>
          </ac:cxnSpMkLst>
        </pc:cxnChg>
        <pc:cxnChg chg="mod">
          <ac:chgData name="Cheng, Wei-Chung" userId="4edd7910-2cb6-49ab-8070-73f49ba0c7ff" providerId="ADAL" clId="{30803E2A-B62B-4184-A5E5-5955D2B407EA}" dt="2023-05-25T16:56:29.124" v="187"/>
          <ac:cxnSpMkLst>
            <pc:docMk/>
            <pc:sldMk cId="194498676" sldId="391"/>
            <ac:cxnSpMk id="31" creationId="{F02ED07C-FCFD-E3A5-B4BD-94EE8D479445}"/>
          </ac:cxnSpMkLst>
        </pc:cxnChg>
        <pc:cxnChg chg="mod">
          <ac:chgData name="Cheng, Wei-Chung" userId="4edd7910-2cb6-49ab-8070-73f49ba0c7ff" providerId="ADAL" clId="{30803E2A-B62B-4184-A5E5-5955D2B407EA}" dt="2023-05-25T16:56:29.124" v="187"/>
          <ac:cxnSpMkLst>
            <pc:docMk/>
            <pc:sldMk cId="194498676" sldId="391"/>
            <ac:cxnSpMk id="5120" creationId="{37509DC3-AD23-A1A3-8C29-D7720E5015A5}"/>
          </ac:cxnSpMkLst>
        </pc:cxnChg>
        <pc:cxnChg chg="mod">
          <ac:chgData name="Cheng, Wei-Chung" userId="4edd7910-2cb6-49ab-8070-73f49ba0c7ff" providerId="ADAL" clId="{30803E2A-B62B-4184-A5E5-5955D2B407EA}" dt="2023-05-25T16:56:29.124" v="187"/>
          <ac:cxnSpMkLst>
            <pc:docMk/>
            <pc:sldMk cId="194498676" sldId="391"/>
            <ac:cxnSpMk id="5121" creationId="{F72146C6-981B-08FF-9D94-CBAF7A797BD1}"/>
          </ac:cxnSpMkLst>
        </pc:cxnChg>
        <pc:cxnChg chg="mod">
          <ac:chgData name="Cheng, Wei-Chung" userId="4edd7910-2cb6-49ab-8070-73f49ba0c7ff" providerId="ADAL" clId="{30803E2A-B62B-4184-A5E5-5955D2B407EA}" dt="2023-05-25T16:56:29.124" v="187"/>
          <ac:cxnSpMkLst>
            <pc:docMk/>
            <pc:sldMk cId="194498676" sldId="391"/>
            <ac:cxnSpMk id="5123" creationId="{553EA93A-6D25-B44A-9F2C-CA53BE5965A0}"/>
          </ac:cxnSpMkLst>
        </pc:cxnChg>
        <pc:cxnChg chg="mod">
          <ac:chgData name="Cheng, Wei-Chung" userId="4edd7910-2cb6-49ab-8070-73f49ba0c7ff" providerId="ADAL" clId="{30803E2A-B62B-4184-A5E5-5955D2B407EA}" dt="2023-05-25T16:56:29.124" v="187"/>
          <ac:cxnSpMkLst>
            <pc:docMk/>
            <pc:sldMk cId="194498676" sldId="391"/>
            <ac:cxnSpMk id="5124" creationId="{9BEC113D-5029-2DF7-3DFA-2D40D68FA076}"/>
          </ac:cxnSpMkLst>
        </pc:cxnChg>
        <pc:cxnChg chg="mod">
          <ac:chgData name="Cheng, Wei-Chung" userId="4edd7910-2cb6-49ab-8070-73f49ba0c7ff" providerId="ADAL" clId="{30803E2A-B62B-4184-A5E5-5955D2B407EA}" dt="2023-05-25T16:56:29.124" v="187"/>
          <ac:cxnSpMkLst>
            <pc:docMk/>
            <pc:sldMk cId="194498676" sldId="391"/>
            <ac:cxnSpMk id="5126" creationId="{C7981B28-B4A2-F68D-887B-D3CC781B35CA}"/>
          </ac:cxnSpMkLst>
        </pc:cxnChg>
      </pc:sldChg>
      <pc:sldChg chg="addSp delSp modSp mod">
        <pc:chgData name="Cheng, Wei-Chung" userId="4edd7910-2cb6-49ab-8070-73f49ba0c7ff" providerId="ADAL" clId="{30803E2A-B62B-4184-A5E5-5955D2B407EA}" dt="2023-05-25T17:02:23.619" v="283" actId="20577"/>
        <pc:sldMkLst>
          <pc:docMk/>
          <pc:sldMk cId="1500328293" sldId="396"/>
        </pc:sldMkLst>
        <pc:spChg chg="mod">
          <ac:chgData name="Cheng, Wei-Chung" userId="4edd7910-2cb6-49ab-8070-73f49ba0c7ff" providerId="ADAL" clId="{30803E2A-B62B-4184-A5E5-5955D2B407EA}" dt="2023-05-25T17:02:23.619" v="283" actId="20577"/>
          <ac:spMkLst>
            <pc:docMk/>
            <pc:sldMk cId="1500328293" sldId="396"/>
            <ac:spMk id="4" creationId="{AFBA5C9E-12B3-4216-9084-8B3EA671F7C5}"/>
          </ac:spMkLst>
        </pc:spChg>
        <pc:spChg chg="mod">
          <ac:chgData name="Cheng, Wei-Chung" userId="4edd7910-2cb6-49ab-8070-73f49ba0c7ff" providerId="ADAL" clId="{30803E2A-B62B-4184-A5E5-5955D2B407EA}" dt="2023-05-25T16:55:59.057" v="177"/>
          <ac:spMkLst>
            <pc:docMk/>
            <pc:sldMk cId="1500328293" sldId="396"/>
            <ac:spMk id="7" creationId="{4166F90B-0E1B-2205-611D-7928E9D7A35F}"/>
          </ac:spMkLst>
        </pc:spChg>
        <pc:spChg chg="mod">
          <ac:chgData name="Cheng, Wei-Chung" userId="4edd7910-2cb6-49ab-8070-73f49ba0c7ff" providerId="ADAL" clId="{30803E2A-B62B-4184-A5E5-5955D2B407EA}" dt="2023-05-25T16:55:59.057" v="177"/>
          <ac:spMkLst>
            <pc:docMk/>
            <pc:sldMk cId="1500328293" sldId="396"/>
            <ac:spMk id="8" creationId="{E5A87EDE-7F1F-6201-6E35-507253F220DF}"/>
          </ac:spMkLst>
        </pc:spChg>
        <pc:spChg chg="mod">
          <ac:chgData name="Cheng, Wei-Chung" userId="4edd7910-2cb6-49ab-8070-73f49ba0c7ff" providerId="ADAL" clId="{30803E2A-B62B-4184-A5E5-5955D2B407EA}" dt="2023-05-25T16:55:59.057" v="177"/>
          <ac:spMkLst>
            <pc:docMk/>
            <pc:sldMk cId="1500328293" sldId="396"/>
            <ac:spMk id="9" creationId="{13EBF18B-A16C-A851-AB0F-3480038BD2A4}"/>
          </ac:spMkLst>
        </pc:spChg>
        <pc:spChg chg="mod">
          <ac:chgData name="Cheng, Wei-Chung" userId="4edd7910-2cb6-49ab-8070-73f49ba0c7ff" providerId="ADAL" clId="{30803E2A-B62B-4184-A5E5-5955D2B407EA}" dt="2023-05-25T16:55:59.057" v="177"/>
          <ac:spMkLst>
            <pc:docMk/>
            <pc:sldMk cId="1500328293" sldId="396"/>
            <ac:spMk id="10" creationId="{6AAE2A16-17C2-1509-BCB9-6D84CAC246B6}"/>
          </ac:spMkLst>
        </pc:spChg>
        <pc:spChg chg="mod">
          <ac:chgData name="Cheng, Wei-Chung" userId="4edd7910-2cb6-49ab-8070-73f49ba0c7ff" providerId="ADAL" clId="{30803E2A-B62B-4184-A5E5-5955D2B407EA}" dt="2023-05-25T16:55:59.057" v="177"/>
          <ac:spMkLst>
            <pc:docMk/>
            <pc:sldMk cId="1500328293" sldId="396"/>
            <ac:spMk id="18" creationId="{E195A65B-4618-1685-09A2-0880AFFA5FD0}"/>
          </ac:spMkLst>
        </pc:spChg>
        <pc:spChg chg="mod">
          <ac:chgData name="Cheng, Wei-Chung" userId="4edd7910-2cb6-49ab-8070-73f49ba0c7ff" providerId="ADAL" clId="{30803E2A-B62B-4184-A5E5-5955D2B407EA}" dt="2023-05-25T16:55:59.057" v="177"/>
          <ac:spMkLst>
            <pc:docMk/>
            <pc:sldMk cId="1500328293" sldId="396"/>
            <ac:spMk id="20" creationId="{3257752C-F11D-7556-0882-CA4F299F70BF}"/>
          </ac:spMkLst>
        </pc:spChg>
        <pc:spChg chg="mod">
          <ac:chgData name="Cheng, Wei-Chung" userId="4edd7910-2cb6-49ab-8070-73f49ba0c7ff" providerId="ADAL" clId="{30803E2A-B62B-4184-A5E5-5955D2B407EA}" dt="2023-05-25T16:55:59.057" v="177"/>
          <ac:spMkLst>
            <pc:docMk/>
            <pc:sldMk cId="1500328293" sldId="396"/>
            <ac:spMk id="21" creationId="{B65B980A-F103-F12A-68A4-40422EEEB9EE}"/>
          </ac:spMkLst>
        </pc:spChg>
        <pc:spChg chg="mod">
          <ac:chgData name="Cheng, Wei-Chung" userId="4edd7910-2cb6-49ab-8070-73f49ba0c7ff" providerId="ADAL" clId="{30803E2A-B62B-4184-A5E5-5955D2B407EA}" dt="2023-05-25T16:54:53.329" v="168" actId="164"/>
          <ac:spMkLst>
            <pc:docMk/>
            <pc:sldMk cId="1500328293" sldId="396"/>
            <ac:spMk id="34" creationId="{2562BC5F-68B6-978D-DB66-4C8BF2D5C92A}"/>
          </ac:spMkLst>
        </pc:spChg>
        <pc:spChg chg="mod">
          <ac:chgData name="Cheng, Wei-Chung" userId="4edd7910-2cb6-49ab-8070-73f49ba0c7ff" providerId="ADAL" clId="{30803E2A-B62B-4184-A5E5-5955D2B407EA}" dt="2023-05-25T16:54:53.329" v="168" actId="164"/>
          <ac:spMkLst>
            <pc:docMk/>
            <pc:sldMk cId="1500328293" sldId="396"/>
            <ac:spMk id="35" creationId="{2A172D51-6E26-EC6B-9E55-9B6498DEA8C2}"/>
          </ac:spMkLst>
        </pc:spChg>
        <pc:spChg chg="mod">
          <ac:chgData name="Cheng, Wei-Chung" userId="4edd7910-2cb6-49ab-8070-73f49ba0c7ff" providerId="ADAL" clId="{30803E2A-B62B-4184-A5E5-5955D2B407EA}" dt="2023-05-25T16:54:53.329" v="168" actId="164"/>
          <ac:spMkLst>
            <pc:docMk/>
            <pc:sldMk cId="1500328293" sldId="396"/>
            <ac:spMk id="36" creationId="{FDBBA5A8-6EBA-D072-DFD5-A2AF3AD7A910}"/>
          </ac:spMkLst>
        </pc:spChg>
        <pc:spChg chg="mod">
          <ac:chgData name="Cheng, Wei-Chung" userId="4edd7910-2cb6-49ab-8070-73f49ba0c7ff" providerId="ADAL" clId="{30803E2A-B62B-4184-A5E5-5955D2B407EA}" dt="2023-05-25T16:54:53.329" v="168" actId="164"/>
          <ac:spMkLst>
            <pc:docMk/>
            <pc:sldMk cId="1500328293" sldId="396"/>
            <ac:spMk id="41" creationId="{93BC7E84-B965-80AE-FED3-80A0A3143195}"/>
          </ac:spMkLst>
        </pc:spChg>
        <pc:spChg chg="mod">
          <ac:chgData name="Cheng, Wei-Chung" userId="4edd7910-2cb6-49ab-8070-73f49ba0c7ff" providerId="ADAL" clId="{30803E2A-B62B-4184-A5E5-5955D2B407EA}" dt="2023-05-25T16:54:53.329" v="168" actId="164"/>
          <ac:spMkLst>
            <pc:docMk/>
            <pc:sldMk cId="1500328293" sldId="396"/>
            <ac:spMk id="74" creationId="{DFD371B9-7F0E-E69B-1FC2-CC22E2868BB2}"/>
          </ac:spMkLst>
        </pc:spChg>
        <pc:spChg chg="mod">
          <ac:chgData name="Cheng, Wei-Chung" userId="4edd7910-2cb6-49ab-8070-73f49ba0c7ff" providerId="ADAL" clId="{30803E2A-B62B-4184-A5E5-5955D2B407EA}" dt="2023-05-25T16:54:53.329" v="168" actId="164"/>
          <ac:spMkLst>
            <pc:docMk/>
            <pc:sldMk cId="1500328293" sldId="396"/>
            <ac:spMk id="88" creationId="{551F25FB-ACD1-E467-D3CE-0AD9BB41C680}"/>
          </ac:spMkLst>
        </pc:spChg>
        <pc:spChg chg="mod">
          <ac:chgData name="Cheng, Wei-Chung" userId="4edd7910-2cb6-49ab-8070-73f49ba0c7ff" providerId="ADAL" clId="{30803E2A-B62B-4184-A5E5-5955D2B407EA}" dt="2023-05-25T16:54:53.329" v="168" actId="164"/>
          <ac:spMkLst>
            <pc:docMk/>
            <pc:sldMk cId="1500328293" sldId="396"/>
            <ac:spMk id="89" creationId="{EF0D0DF2-4589-B77A-39DE-09E271F02D65}"/>
          </ac:spMkLst>
        </pc:spChg>
        <pc:grpChg chg="add mod">
          <ac:chgData name="Cheng, Wei-Chung" userId="4edd7910-2cb6-49ab-8070-73f49ba0c7ff" providerId="ADAL" clId="{30803E2A-B62B-4184-A5E5-5955D2B407EA}" dt="2023-05-25T16:56:03.466" v="179" actId="1076"/>
          <ac:grpSpMkLst>
            <pc:docMk/>
            <pc:sldMk cId="1500328293" sldId="396"/>
            <ac:grpSpMk id="3" creationId="{45FB561B-8C46-3116-D90C-A1C537D6023A}"/>
          </ac:grpSpMkLst>
        </pc:grpChg>
        <pc:grpChg chg="add del mod">
          <ac:chgData name="Cheng, Wei-Chung" userId="4edd7910-2cb6-49ab-8070-73f49ba0c7ff" providerId="ADAL" clId="{30803E2A-B62B-4184-A5E5-5955D2B407EA}" dt="2023-05-25T16:56:03.850" v="180"/>
          <ac:grpSpMkLst>
            <pc:docMk/>
            <pc:sldMk cId="1500328293" sldId="396"/>
            <ac:grpSpMk id="6" creationId="{FFC9675A-DC74-F154-8E1F-CD877C37CAD0}"/>
          </ac:grpSpMkLst>
        </pc:grpChg>
        <pc:cxnChg chg="mod">
          <ac:chgData name="Cheng, Wei-Chung" userId="4edd7910-2cb6-49ab-8070-73f49ba0c7ff" providerId="ADAL" clId="{30803E2A-B62B-4184-A5E5-5955D2B407EA}" dt="2023-05-25T16:55:59.057" v="177"/>
          <ac:cxnSpMkLst>
            <pc:docMk/>
            <pc:sldMk cId="1500328293" sldId="396"/>
            <ac:cxnSpMk id="11" creationId="{05576AC9-0232-3C84-0178-603EBB217E59}"/>
          </ac:cxnSpMkLst>
        </pc:cxnChg>
        <pc:cxnChg chg="mod">
          <ac:chgData name="Cheng, Wei-Chung" userId="4edd7910-2cb6-49ab-8070-73f49ba0c7ff" providerId="ADAL" clId="{30803E2A-B62B-4184-A5E5-5955D2B407EA}" dt="2023-05-25T16:55:59.057" v="177"/>
          <ac:cxnSpMkLst>
            <pc:docMk/>
            <pc:sldMk cId="1500328293" sldId="396"/>
            <ac:cxnSpMk id="12" creationId="{8DB481E7-DFC2-9BFE-8728-EB72127798F9}"/>
          </ac:cxnSpMkLst>
        </pc:cxnChg>
        <pc:cxnChg chg="mod">
          <ac:chgData name="Cheng, Wei-Chung" userId="4edd7910-2cb6-49ab-8070-73f49ba0c7ff" providerId="ADAL" clId="{30803E2A-B62B-4184-A5E5-5955D2B407EA}" dt="2023-05-25T16:55:59.057" v="177"/>
          <ac:cxnSpMkLst>
            <pc:docMk/>
            <pc:sldMk cId="1500328293" sldId="396"/>
            <ac:cxnSpMk id="13" creationId="{AAF00D7A-18A5-B21C-592A-884C04B83DB7}"/>
          </ac:cxnSpMkLst>
        </pc:cxnChg>
        <pc:cxnChg chg="mod">
          <ac:chgData name="Cheng, Wei-Chung" userId="4edd7910-2cb6-49ab-8070-73f49ba0c7ff" providerId="ADAL" clId="{30803E2A-B62B-4184-A5E5-5955D2B407EA}" dt="2023-05-25T16:55:59.057" v="177"/>
          <ac:cxnSpMkLst>
            <pc:docMk/>
            <pc:sldMk cId="1500328293" sldId="396"/>
            <ac:cxnSpMk id="14" creationId="{21D912F3-D0DB-5301-D5F8-E4C7E971AD17}"/>
          </ac:cxnSpMkLst>
        </pc:cxnChg>
        <pc:cxnChg chg="mod">
          <ac:chgData name="Cheng, Wei-Chung" userId="4edd7910-2cb6-49ab-8070-73f49ba0c7ff" providerId="ADAL" clId="{30803E2A-B62B-4184-A5E5-5955D2B407EA}" dt="2023-05-25T16:55:59.057" v="177"/>
          <ac:cxnSpMkLst>
            <pc:docMk/>
            <pc:sldMk cId="1500328293" sldId="396"/>
            <ac:cxnSpMk id="15" creationId="{971BF36F-A732-BA97-6203-51C3BFA4C34B}"/>
          </ac:cxnSpMkLst>
        </pc:cxnChg>
        <pc:cxnChg chg="mod">
          <ac:chgData name="Cheng, Wei-Chung" userId="4edd7910-2cb6-49ab-8070-73f49ba0c7ff" providerId="ADAL" clId="{30803E2A-B62B-4184-A5E5-5955D2B407EA}" dt="2023-05-25T16:55:59.057" v="177"/>
          <ac:cxnSpMkLst>
            <pc:docMk/>
            <pc:sldMk cId="1500328293" sldId="396"/>
            <ac:cxnSpMk id="16" creationId="{38FCD066-177E-F6A4-AC4F-6A0A8FF31768}"/>
          </ac:cxnSpMkLst>
        </pc:cxnChg>
        <pc:cxnChg chg="mod">
          <ac:chgData name="Cheng, Wei-Chung" userId="4edd7910-2cb6-49ab-8070-73f49ba0c7ff" providerId="ADAL" clId="{30803E2A-B62B-4184-A5E5-5955D2B407EA}" dt="2023-05-25T16:55:59.057" v="177"/>
          <ac:cxnSpMkLst>
            <pc:docMk/>
            <pc:sldMk cId="1500328293" sldId="396"/>
            <ac:cxnSpMk id="17" creationId="{531CA466-E10E-6295-793D-4B27666C9C1A}"/>
          </ac:cxnSpMkLst>
        </pc:cxnChg>
        <pc:cxnChg chg="mod">
          <ac:chgData name="Cheng, Wei-Chung" userId="4edd7910-2cb6-49ab-8070-73f49ba0c7ff" providerId="ADAL" clId="{30803E2A-B62B-4184-A5E5-5955D2B407EA}" dt="2023-05-25T16:55:59.057" v="177"/>
          <ac:cxnSpMkLst>
            <pc:docMk/>
            <pc:sldMk cId="1500328293" sldId="396"/>
            <ac:cxnSpMk id="19" creationId="{C1161761-131A-B732-24EB-AF77E7718385}"/>
          </ac:cxnSpMkLst>
        </pc:cxnChg>
        <pc:cxnChg chg="mod">
          <ac:chgData name="Cheng, Wei-Chung" userId="4edd7910-2cb6-49ab-8070-73f49ba0c7ff" providerId="ADAL" clId="{30803E2A-B62B-4184-A5E5-5955D2B407EA}" dt="2023-05-25T16:55:59.057" v="177"/>
          <ac:cxnSpMkLst>
            <pc:docMk/>
            <pc:sldMk cId="1500328293" sldId="396"/>
            <ac:cxnSpMk id="22" creationId="{355BB7AC-B4A5-05AE-C965-781C99488B0A}"/>
          </ac:cxnSpMkLst>
        </pc:cxnChg>
        <pc:cxnChg chg="mod">
          <ac:chgData name="Cheng, Wei-Chung" userId="4edd7910-2cb6-49ab-8070-73f49ba0c7ff" providerId="ADAL" clId="{30803E2A-B62B-4184-A5E5-5955D2B407EA}" dt="2023-05-25T16:55:59.057" v="177"/>
          <ac:cxnSpMkLst>
            <pc:docMk/>
            <pc:sldMk cId="1500328293" sldId="396"/>
            <ac:cxnSpMk id="23" creationId="{0714F2C4-D332-030C-68A6-4BE42800426F}"/>
          </ac:cxnSpMkLst>
        </pc:cxnChg>
        <pc:cxnChg chg="mod">
          <ac:chgData name="Cheng, Wei-Chung" userId="4edd7910-2cb6-49ab-8070-73f49ba0c7ff" providerId="ADAL" clId="{30803E2A-B62B-4184-A5E5-5955D2B407EA}" dt="2023-05-25T16:54:53.329" v="168" actId="164"/>
          <ac:cxnSpMkLst>
            <pc:docMk/>
            <pc:sldMk cId="1500328293" sldId="396"/>
            <ac:cxnSpMk id="42" creationId="{C66B123A-6952-DEAA-A9D9-DFE9CF1B2156}"/>
          </ac:cxnSpMkLst>
        </pc:cxnChg>
        <pc:cxnChg chg="mod">
          <ac:chgData name="Cheng, Wei-Chung" userId="4edd7910-2cb6-49ab-8070-73f49ba0c7ff" providerId="ADAL" clId="{30803E2A-B62B-4184-A5E5-5955D2B407EA}" dt="2023-05-25T16:54:53.329" v="168" actId="164"/>
          <ac:cxnSpMkLst>
            <pc:docMk/>
            <pc:sldMk cId="1500328293" sldId="396"/>
            <ac:cxnSpMk id="43" creationId="{E8DC2335-46AE-EE18-38A1-B7E122964469}"/>
          </ac:cxnSpMkLst>
        </pc:cxnChg>
        <pc:cxnChg chg="mod">
          <ac:chgData name="Cheng, Wei-Chung" userId="4edd7910-2cb6-49ab-8070-73f49ba0c7ff" providerId="ADAL" clId="{30803E2A-B62B-4184-A5E5-5955D2B407EA}" dt="2023-05-25T16:54:53.329" v="168" actId="164"/>
          <ac:cxnSpMkLst>
            <pc:docMk/>
            <pc:sldMk cId="1500328293" sldId="396"/>
            <ac:cxnSpMk id="46" creationId="{2357FC8B-1AE8-D3C1-3F2B-D74CF5C27EB2}"/>
          </ac:cxnSpMkLst>
        </pc:cxnChg>
        <pc:cxnChg chg="mod">
          <ac:chgData name="Cheng, Wei-Chung" userId="4edd7910-2cb6-49ab-8070-73f49ba0c7ff" providerId="ADAL" clId="{30803E2A-B62B-4184-A5E5-5955D2B407EA}" dt="2023-05-25T16:54:53.329" v="168" actId="164"/>
          <ac:cxnSpMkLst>
            <pc:docMk/>
            <pc:sldMk cId="1500328293" sldId="396"/>
            <ac:cxnSpMk id="47" creationId="{878BEA9C-78A7-DE7C-B487-21B754C54C63}"/>
          </ac:cxnSpMkLst>
        </pc:cxnChg>
        <pc:cxnChg chg="mod">
          <ac:chgData name="Cheng, Wei-Chung" userId="4edd7910-2cb6-49ab-8070-73f49ba0c7ff" providerId="ADAL" clId="{30803E2A-B62B-4184-A5E5-5955D2B407EA}" dt="2023-05-25T16:54:53.329" v="168" actId="164"/>
          <ac:cxnSpMkLst>
            <pc:docMk/>
            <pc:sldMk cId="1500328293" sldId="396"/>
            <ac:cxnSpMk id="48" creationId="{0E677D4F-1D38-274F-2467-B130D427BAC2}"/>
          </ac:cxnSpMkLst>
        </pc:cxnChg>
        <pc:cxnChg chg="mod">
          <ac:chgData name="Cheng, Wei-Chung" userId="4edd7910-2cb6-49ab-8070-73f49ba0c7ff" providerId="ADAL" clId="{30803E2A-B62B-4184-A5E5-5955D2B407EA}" dt="2023-05-25T16:54:53.329" v="168" actId="164"/>
          <ac:cxnSpMkLst>
            <pc:docMk/>
            <pc:sldMk cId="1500328293" sldId="396"/>
            <ac:cxnSpMk id="49" creationId="{CB316B7E-9055-2A1D-47B7-612B9F0A6096}"/>
          </ac:cxnSpMkLst>
        </pc:cxnChg>
        <pc:cxnChg chg="mod">
          <ac:chgData name="Cheng, Wei-Chung" userId="4edd7910-2cb6-49ab-8070-73f49ba0c7ff" providerId="ADAL" clId="{30803E2A-B62B-4184-A5E5-5955D2B407EA}" dt="2023-05-25T16:54:53.329" v="168" actId="164"/>
          <ac:cxnSpMkLst>
            <pc:docMk/>
            <pc:sldMk cId="1500328293" sldId="396"/>
            <ac:cxnSpMk id="64" creationId="{48C1C593-4A23-7B20-EAA7-269193230766}"/>
          </ac:cxnSpMkLst>
        </pc:cxnChg>
        <pc:cxnChg chg="mod">
          <ac:chgData name="Cheng, Wei-Chung" userId="4edd7910-2cb6-49ab-8070-73f49ba0c7ff" providerId="ADAL" clId="{30803E2A-B62B-4184-A5E5-5955D2B407EA}" dt="2023-05-25T16:54:53.329" v="168" actId="164"/>
          <ac:cxnSpMkLst>
            <pc:docMk/>
            <pc:sldMk cId="1500328293" sldId="396"/>
            <ac:cxnSpMk id="76" creationId="{1809BF68-3DD6-B508-960B-F37A50B435C8}"/>
          </ac:cxnSpMkLst>
        </pc:cxnChg>
        <pc:cxnChg chg="mod">
          <ac:chgData name="Cheng, Wei-Chung" userId="4edd7910-2cb6-49ab-8070-73f49ba0c7ff" providerId="ADAL" clId="{30803E2A-B62B-4184-A5E5-5955D2B407EA}" dt="2023-05-25T16:54:53.329" v="168" actId="164"/>
          <ac:cxnSpMkLst>
            <pc:docMk/>
            <pc:sldMk cId="1500328293" sldId="396"/>
            <ac:cxnSpMk id="91" creationId="{6969F936-CAA0-C8B9-8377-7D307DD45010}"/>
          </ac:cxnSpMkLst>
        </pc:cxnChg>
        <pc:cxnChg chg="mod">
          <ac:chgData name="Cheng, Wei-Chung" userId="4edd7910-2cb6-49ab-8070-73f49ba0c7ff" providerId="ADAL" clId="{30803E2A-B62B-4184-A5E5-5955D2B407EA}" dt="2023-05-25T16:54:53.329" v="168" actId="164"/>
          <ac:cxnSpMkLst>
            <pc:docMk/>
            <pc:sldMk cId="1500328293" sldId="396"/>
            <ac:cxnSpMk id="94" creationId="{F158BD8B-5EE1-936C-9EA5-FE079A7ADAE4}"/>
          </ac:cxnSpMkLst>
        </pc:cxnChg>
      </pc:sldChg>
      <pc:sldChg chg="addSp delSp modSp mod">
        <pc:chgData name="Cheng, Wei-Chung" userId="4edd7910-2cb6-49ab-8070-73f49ba0c7ff" providerId="ADAL" clId="{30803E2A-B62B-4184-A5E5-5955D2B407EA}" dt="2023-05-25T17:13:29.571" v="661" actId="1076"/>
        <pc:sldMkLst>
          <pc:docMk/>
          <pc:sldMk cId="2638731917" sldId="399"/>
        </pc:sldMkLst>
        <pc:spChg chg="mod">
          <ac:chgData name="Cheng, Wei-Chung" userId="4edd7910-2cb6-49ab-8070-73f49ba0c7ff" providerId="ADAL" clId="{30803E2A-B62B-4184-A5E5-5955D2B407EA}" dt="2023-05-25T16:53:23.390" v="157" actId="20577"/>
          <ac:spMkLst>
            <pc:docMk/>
            <pc:sldMk cId="2638731917" sldId="399"/>
            <ac:spMk id="5" creationId="{6E58AE43-9002-E897-6CF8-04CB99BA9A3E}"/>
          </ac:spMkLst>
        </pc:spChg>
        <pc:spChg chg="add del">
          <ac:chgData name="Cheng, Wei-Chung" userId="4edd7910-2cb6-49ab-8070-73f49ba0c7ff" providerId="ADAL" clId="{30803E2A-B62B-4184-A5E5-5955D2B407EA}" dt="2023-05-25T17:11:28.727" v="480" actId="22"/>
          <ac:spMkLst>
            <pc:docMk/>
            <pc:sldMk cId="2638731917" sldId="399"/>
            <ac:spMk id="6" creationId="{46C2C2E8-1C79-DD19-709D-22110617FA05}"/>
          </ac:spMkLst>
        </pc:spChg>
        <pc:spChg chg="add mod">
          <ac:chgData name="Cheng, Wei-Chung" userId="4edd7910-2cb6-49ab-8070-73f49ba0c7ff" providerId="ADAL" clId="{30803E2A-B62B-4184-A5E5-5955D2B407EA}" dt="2023-05-25T17:13:29.571" v="661" actId="1076"/>
          <ac:spMkLst>
            <pc:docMk/>
            <pc:sldMk cId="2638731917" sldId="399"/>
            <ac:spMk id="7" creationId="{C2F094B5-567D-025C-D092-60D88113BD5E}"/>
          </ac:spMkLst>
        </pc:spChg>
        <pc:graphicFrameChg chg="add mod modGraphic">
          <ac:chgData name="Cheng, Wei-Chung" userId="4edd7910-2cb6-49ab-8070-73f49ba0c7ff" providerId="ADAL" clId="{30803E2A-B62B-4184-A5E5-5955D2B407EA}" dt="2023-05-25T17:13:24.732" v="660" actId="1076"/>
          <ac:graphicFrameMkLst>
            <pc:docMk/>
            <pc:sldMk cId="2638731917" sldId="399"/>
            <ac:graphicFrameMk id="3" creationId="{CFD98964-77D7-C205-2472-716859BC2CC6}"/>
          </ac:graphicFrameMkLst>
        </pc:graphicFrameChg>
      </pc:sldChg>
      <pc:sldChg chg="addSp delSp modSp add del mod">
        <pc:chgData name="Cheng, Wei-Chung" userId="4edd7910-2cb6-49ab-8070-73f49ba0c7ff" providerId="ADAL" clId="{30803E2A-B62B-4184-A5E5-5955D2B407EA}" dt="2023-05-25T17:02:05.891" v="239" actId="47"/>
        <pc:sldMkLst>
          <pc:docMk/>
          <pc:sldMk cId="2225257754" sldId="402"/>
        </pc:sldMkLst>
        <pc:spChg chg="mod topLvl">
          <ac:chgData name="Cheng, Wei-Chung" userId="4edd7910-2cb6-49ab-8070-73f49ba0c7ff" providerId="ADAL" clId="{30803E2A-B62B-4184-A5E5-5955D2B407EA}" dt="2023-05-25T16:56:22.797" v="186" actId="164"/>
          <ac:spMkLst>
            <pc:docMk/>
            <pc:sldMk cId="2225257754" sldId="402"/>
            <ac:spMk id="34" creationId="{2562BC5F-68B6-978D-DB66-4C8BF2D5C92A}"/>
          </ac:spMkLst>
        </pc:spChg>
        <pc:spChg chg="mod topLvl">
          <ac:chgData name="Cheng, Wei-Chung" userId="4edd7910-2cb6-49ab-8070-73f49ba0c7ff" providerId="ADAL" clId="{30803E2A-B62B-4184-A5E5-5955D2B407EA}" dt="2023-05-25T16:56:22.797" v="186" actId="164"/>
          <ac:spMkLst>
            <pc:docMk/>
            <pc:sldMk cId="2225257754" sldId="402"/>
            <ac:spMk id="35" creationId="{2A172D51-6E26-EC6B-9E55-9B6498DEA8C2}"/>
          </ac:spMkLst>
        </pc:spChg>
        <pc:spChg chg="mod topLvl">
          <ac:chgData name="Cheng, Wei-Chung" userId="4edd7910-2cb6-49ab-8070-73f49ba0c7ff" providerId="ADAL" clId="{30803E2A-B62B-4184-A5E5-5955D2B407EA}" dt="2023-05-25T16:56:22.797" v="186" actId="164"/>
          <ac:spMkLst>
            <pc:docMk/>
            <pc:sldMk cId="2225257754" sldId="402"/>
            <ac:spMk id="36" creationId="{FDBBA5A8-6EBA-D072-DFD5-A2AF3AD7A910}"/>
          </ac:spMkLst>
        </pc:spChg>
        <pc:spChg chg="mod topLvl">
          <ac:chgData name="Cheng, Wei-Chung" userId="4edd7910-2cb6-49ab-8070-73f49ba0c7ff" providerId="ADAL" clId="{30803E2A-B62B-4184-A5E5-5955D2B407EA}" dt="2023-05-25T16:56:22.797" v="186" actId="164"/>
          <ac:spMkLst>
            <pc:docMk/>
            <pc:sldMk cId="2225257754" sldId="402"/>
            <ac:spMk id="41" creationId="{93BC7E84-B965-80AE-FED3-80A0A3143195}"/>
          </ac:spMkLst>
        </pc:spChg>
        <pc:spChg chg="mod topLvl">
          <ac:chgData name="Cheng, Wei-Chung" userId="4edd7910-2cb6-49ab-8070-73f49ba0c7ff" providerId="ADAL" clId="{30803E2A-B62B-4184-A5E5-5955D2B407EA}" dt="2023-05-25T16:56:22.797" v="186" actId="164"/>
          <ac:spMkLst>
            <pc:docMk/>
            <pc:sldMk cId="2225257754" sldId="402"/>
            <ac:spMk id="74" creationId="{DFD371B9-7F0E-E69B-1FC2-CC22E2868BB2}"/>
          </ac:spMkLst>
        </pc:spChg>
        <pc:spChg chg="del mod topLvl">
          <ac:chgData name="Cheng, Wei-Chung" userId="4edd7910-2cb6-49ab-8070-73f49ba0c7ff" providerId="ADAL" clId="{30803E2A-B62B-4184-A5E5-5955D2B407EA}" dt="2023-05-25T16:56:13.882" v="183" actId="478"/>
          <ac:spMkLst>
            <pc:docMk/>
            <pc:sldMk cId="2225257754" sldId="402"/>
            <ac:spMk id="88" creationId="{551F25FB-ACD1-E467-D3CE-0AD9BB41C680}"/>
          </ac:spMkLst>
        </pc:spChg>
        <pc:spChg chg="mod topLvl">
          <ac:chgData name="Cheng, Wei-Chung" userId="4edd7910-2cb6-49ab-8070-73f49ba0c7ff" providerId="ADAL" clId="{30803E2A-B62B-4184-A5E5-5955D2B407EA}" dt="2023-05-25T16:56:22.797" v="186" actId="164"/>
          <ac:spMkLst>
            <pc:docMk/>
            <pc:sldMk cId="2225257754" sldId="402"/>
            <ac:spMk id="89" creationId="{EF0D0DF2-4589-B77A-39DE-09E271F02D65}"/>
          </ac:spMkLst>
        </pc:spChg>
        <pc:grpChg chg="del">
          <ac:chgData name="Cheng, Wei-Chung" userId="4edd7910-2cb6-49ab-8070-73f49ba0c7ff" providerId="ADAL" clId="{30803E2A-B62B-4184-A5E5-5955D2B407EA}" dt="2023-05-25T16:56:10.582" v="182" actId="165"/>
          <ac:grpSpMkLst>
            <pc:docMk/>
            <pc:sldMk cId="2225257754" sldId="402"/>
            <ac:grpSpMk id="3" creationId="{45FB561B-8C46-3116-D90C-A1C537D6023A}"/>
          </ac:grpSpMkLst>
        </pc:grpChg>
        <pc:grpChg chg="add mod">
          <ac:chgData name="Cheng, Wei-Chung" userId="4edd7910-2cb6-49ab-8070-73f49ba0c7ff" providerId="ADAL" clId="{30803E2A-B62B-4184-A5E5-5955D2B407EA}" dt="2023-05-25T16:56:22.797" v="186" actId="164"/>
          <ac:grpSpMkLst>
            <pc:docMk/>
            <pc:sldMk cId="2225257754" sldId="402"/>
            <ac:grpSpMk id="6" creationId="{11A196C7-D564-E392-7157-5C34C0A3A0F5}"/>
          </ac:grpSpMkLst>
        </pc:grpChg>
        <pc:cxnChg chg="mod topLvl">
          <ac:chgData name="Cheng, Wei-Chung" userId="4edd7910-2cb6-49ab-8070-73f49ba0c7ff" providerId="ADAL" clId="{30803E2A-B62B-4184-A5E5-5955D2B407EA}" dt="2023-05-25T16:56:22.797" v="186" actId="164"/>
          <ac:cxnSpMkLst>
            <pc:docMk/>
            <pc:sldMk cId="2225257754" sldId="402"/>
            <ac:cxnSpMk id="42" creationId="{C66B123A-6952-DEAA-A9D9-DFE9CF1B2156}"/>
          </ac:cxnSpMkLst>
        </pc:cxnChg>
        <pc:cxnChg chg="mod topLvl">
          <ac:chgData name="Cheng, Wei-Chung" userId="4edd7910-2cb6-49ab-8070-73f49ba0c7ff" providerId="ADAL" clId="{30803E2A-B62B-4184-A5E5-5955D2B407EA}" dt="2023-05-25T16:56:22.797" v="186" actId="164"/>
          <ac:cxnSpMkLst>
            <pc:docMk/>
            <pc:sldMk cId="2225257754" sldId="402"/>
            <ac:cxnSpMk id="43" creationId="{E8DC2335-46AE-EE18-38A1-B7E122964469}"/>
          </ac:cxnSpMkLst>
        </pc:cxnChg>
        <pc:cxnChg chg="mod topLvl">
          <ac:chgData name="Cheng, Wei-Chung" userId="4edd7910-2cb6-49ab-8070-73f49ba0c7ff" providerId="ADAL" clId="{30803E2A-B62B-4184-A5E5-5955D2B407EA}" dt="2023-05-25T16:56:22.797" v="186" actId="164"/>
          <ac:cxnSpMkLst>
            <pc:docMk/>
            <pc:sldMk cId="2225257754" sldId="402"/>
            <ac:cxnSpMk id="46" creationId="{2357FC8B-1AE8-D3C1-3F2B-D74CF5C27EB2}"/>
          </ac:cxnSpMkLst>
        </pc:cxnChg>
        <pc:cxnChg chg="mod topLvl">
          <ac:chgData name="Cheng, Wei-Chung" userId="4edd7910-2cb6-49ab-8070-73f49ba0c7ff" providerId="ADAL" clId="{30803E2A-B62B-4184-A5E5-5955D2B407EA}" dt="2023-05-25T16:56:22.797" v="186" actId="164"/>
          <ac:cxnSpMkLst>
            <pc:docMk/>
            <pc:sldMk cId="2225257754" sldId="402"/>
            <ac:cxnSpMk id="47" creationId="{878BEA9C-78A7-DE7C-B487-21B754C54C63}"/>
          </ac:cxnSpMkLst>
        </pc:cxnChg>
        <pc:cxnChg chg="mod topLvl">
          <ac:chgData name="Cheng, Wei-Chung" userId="4edd7910-2cb6-49ab-8070-73f49ba0c7ff" providerId="ADAL" clId="{30803E2A-B62B-4184-A5E5-5955D2B407EA}" dt="2023-05-25T16:56:22.797" v="186" actId="164"/>
          <ac:cxnSpMkLst>
            <pc:docMk/>
            <pc:sldMk cId="2225257754" sldId="402"/>
            <ac:cxnSpMk id="48" creationId="{0E677D4F-1D38-274F-2467-B130D427BAC2}"/>
          </ac:cxnSpMkLst>
        </pc:cxnChg>
        <pc:cxnChg chg="mod topLvl">
          <ac:chgData name="Cheng, Wei-Chung" userId="4edd7910-2cb6-49ab-8070-73f49ba0c7ff" providerId="ADAL" clId="{30803E2A-B62B-4184-A5E5-5955D2B407EA}" dt="2023-05-25T16:56:22.797" v="186" actId="164"/>
          <ac:cxnSpMkLst>
            <pc:docMk/>
            <pc:sldMk cId="2225257754" sldId="402"/>
            <ac:cxnSpMk id="49" creationId="{CB316B7E-9055-2A1D-47B7-612B9F0A6096}"/>
          </ac:cxnSpMkLst>
        </pc:cxnChg>
        <pc:cxnChg chg="mod topLvl">
          <ac:chgData name="Cheng, Wei-Chung" userId="4edd7910-2cb6-49ab-8070-73f49ba0c7ff" providerId="ADAL" clId="{30803E2A-B62B-4184-A5E5-5955D2B407EA}" dt="2023-05-25T16:56:22.797" v="186" actId="164"/>
          <ac:cxnSpMkLst>
            <pc:docMk/>
            <pc:sldMk cId="2225257754" sldId="402"/>
            <ac:cxnSpMk id="64" creationId="{48C1C593-4A23-7B20-EAA7-269193230766}"/>
          </ac:cxnSpMkLst>
        </pc:cxnChg>
        <pc:cxnChg chg="mod topLvl">
          <ac:chgData name="Cheng, Wei-Chung" userId="4edd7910-2cb6-49ab-8070-73f49ba0c7ff" providerId="ADAL" clId="{30803E2A-B62B-4184-A5E5-5955D2B407EA}" dt="2023-05-25T16:56:22.797" v="186" actId="164"/>
          <ac:cxnSpMkLst>
            <pc:docMk/>
            <pc:sldMk cId="2225257754" sldId="402"/>
            <ac:cxnSpMk id="76" creationId="{1809BF68-3DD6-B508-960B-F37A50B435C8}"/>
          </ac:cxnSpMkLst>
        </pc:cxnChg>
        <pc:cxnChg chg="del mod topLvl">
          <ac:chgData name="Cheng, Wei-Chung" userId="4edd7910-2cb6-49ab-8070-73f49ba0c7ff" providerId="ADAL" clId="{30803E2A-B62B-4184-A5E5-5955D2B407EA}" dt="2023-05-25T16:56:16.089" v="185" actId="478"/>
          <ac:cxnSpMkLst>
            <pc:docMk/>
            <pc:sldMk cId="2225257754" sldId="402"/>
            <ac:cxnSpMk id="91" creationId="{6969F936-CAA0-C8B9-8377-7D307DD45010}"/>
          </ac:cxnSpMkLst>
        </pc:cxnChg>
        <pc:cxnChg chg="del mod topLvl">
          <ac:chgData name="Cheng, Wei-Chung" userId="4edd7910-2cb6-49ab-8070-73f49ba0c7ff" providerId="ADAL" clId="{30803E2A-B62B-4184-A5E5-5955D2B407EA}" dt="2023-05-25T16:56:15" v="184" actId="478"/>
          <ac:cxnSpMkLst>
            <pc:docMk/>
            <pc:sldMk cId="2225257754" sldId="402"/>
            <ac:cxnSpMk id="94" creationId="{F158BD8B-5EE1-936C-9EA5-FE079A7ADAE4}"/>
          </ac:cxnSpMkLst>
        </pc:cxn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1699" cy="461804"/>
          </a:xfrm>
          <a:prstGeom prst="rect">
            <a:avLst/>
          </a:prstGeom>
        </p:spPr>
        <p:txBody>
          <a:bodyPr vert="horz" lIns="92487" tIns="46244" rIns="92487" bIns="46244" rtlCol="0"/>
          <a:lstStyle>
            <a:lvl1pPr algn="l">
              <a:defRPr sz="1200"/>
            </a:lvl1pPr>
          </a:lstStyle>
          <a:p>
            <a:endParaRPr lang="en-US"/>
          </a:p>
        </p:txBody>
      </p:sp>
      <p:sp>
        <p:nvSpPr>
          <p:cNvPr id="3" name="Date Placeholder 2"/>
          <p:cNvSpPr>
            <a:spLocks noGrp="1"/>
          </p:cNvSpPr>
          <p:nvPr>
            <p:ph type="dt" idx="1"/>
          </p:nvPr>
        </p:nvSpPr>
        <p:spPr>
          <a:xfrm>
            <a:off x="3936768" y="0"/>
            <a:ext cx="3011699" cy="461804"/>
          </a:xfrm>
          <a:prstGeom prst="rect">
            <a:avLst/>
          </a:prstGeom>
        </p:spPr>
        <p:txBody>
          <a:bodyPr vert="horz" lIns="92487" tIns="46244" rIns="92487" bIns="46244" rtlCol="0"/>
          <a:lstStyle>
            <a:lvl1pPr algn="r">
              <a:defRPr sz="1200"/>
            </a:lvl1pPr>
          </a:lstStyle>
          <a:p>
            <a:fld id="{0F94F1F9-670B-4BD8-A79A-22FF1A005646}" type="datetimeFigureOut">
              <a:rPr lang="en-US" smtClean="0"/>
              <a:t>5/25/2023</a:t>
            </a:fld>
            <a:endParaRPr lang="en-US"/>
          </a:p>
        </p:txBody>
      </p:sp>
      <p:sp>
        <p:nvSpPr>
          <p:cNvPr id="4" name="Slide Image Placeholder 3"/>
          <p:cNvSpPr>
            <a:spLocks noGrp="1" noRot="1" noChangeAspect="1"/>
          </p:cNvSpPr>
          <p:nvPr>
            <p:ph type="sldImg" idx="2"/>
          </p:nvPr>
        </p:nvSpPr>
        <p:spPr>
          <a:xfrm>
            <a:off x="396875" y="692150"/>
            <a:ext cx="6156325" cy="3463925"/>
          </a:xfrm>
          <a:prstGeom prst="rect">
            <a:avLst/>
          </a:prstGeom>
          <a:noFill/>
          <a:ln w="12700">
            <a:solidFill>
              <a:prstClr val="black"/>
            </a:solidFill>
          </a:ln>
        </p:spPr>
        <p:txBody>
          <a:bodyPr vert="horz" lIns="92487" tIns="46244" rIns="92487" bIns="46244" rtlCol="0" anchor="ctr"/>
          <a:lstStyle/>
          <a:p>
            <a:endParaRPr lang="en-US"/>
          </a:p>
        </p:txBody>
      </p:sp>
      <p:sp>
        <p:nvSpPr>
          <p:cNvPr id="5" name="Notes Placeholder 4"/>
          <p:cNvSpPr>
            <a:spLocks noGrp="1"/>
          </p:cNvSpPr>
          <p:nvPr>
            <p:ph type="body" sz="quarter" idx="3"/>
          </p:nvPr>
        </p:nvSpPr>
        <p:spPr>
          <a:xfrm>
            <a:off x="695008" y="4387136"/>
            <a:ext cx="5560060" cy="4156234"/>
          </a:xfrm>
          <a:prstGeom prst="rect">
            <a:avLst/>
          </a:prstGeom>
        </p:spPr>
        <p:txBody>
          <a:bodyPr vert="horz" lIns="92487" tIns="46244" rIns="92487" bIns="46244"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772669"/>
            <a:ext cx="3011699" cy="461804"/>
          </a:xfrm>
          <a:prstGeom prst="rect">
            <a:avLst/>
          </a:prstGeom>
        </p:spPr>
        <p:txBody>
          <a:bodyPr vert="horz" lIns="92487" tIns="46244" rIns="92487" bIns="46244" rtlCol="0" anchor="b"/>
          <a:lstStyle>
            <a:lvl1pPr algn="l">
              <a:defRPr sz="1200"/>
            </a:lvl1pPr>
          </a:lstStyle>
          <a:p>
            <a:endParaRPr lang="en-US"/>
          </a:p>
        </p:txBody>
      </p:sp>
      <p:sp>
        <p:nvSpPr>
          <p:cNvPr id="7" name="Slide Number Placeholder 6"/>
          <p:cNvSpPr>
            <a:spLocks noGrp="1"/>
          </p:cNvSpPr>
          <p:nvPr>
            <p:ph type="sldNum" sz="quarter" idx="5"/>
          </p:nvPr>
        </p:nvSpPr>
        <p:spPr>
          <a:xfrm>
            <a:off x="3936768" y="8772669"/>
            <a:ext cx="3011699" cy="461804"/>
          </a:xfrm>
          <a:prstGeom prst="rect">
            <a:avLst/>
          </a:prstGeom>
        </p:spPr>
        <p:txBody>
          <a:bodyPr vert="horz" lIns="92487" tIns="46244" rIns="92487" bIns="46244" rtlCol="0" anchor="b"/>
          <a:lstStyle>
            <a:lvl1pPr algn="r">
              <a:defRPr sz="1200"/>
            </a:lvl1pPr>
          </a:lstStyle>
          <a:p>
            <a:fld id="{70488F4B-C8AB-4DED-82A3-6F6C06D43A36}" type="slidenum">
              <a:rPr lang="en-US" smtClean="0"/>
              <a:t>‹#›</a:t>
            </a:fld>
            <a:endParaRPr lang="en-US"/>
          </a:p>
        </p:txBody>
      </p:sp>
    </p:spTree>
    <p:extLst>
      <p:ext uri="{BB962C8B-B14F-4D97-AF65-F5344CB8AC3E}">
        <p14:creationId xmlns:p14="http://schemas.microsoft.com/office/powerpoint/2010/main" val="29436507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0488F4B-C8AB-4DED-82A3-6F6C06D43A36}" type="slidenum">
              <a:rPr lang="en-US" smtClean="0"/>
              <a:t>1</a:t>
            </a:fld>
            <a:endParaRPr lang="en-US"/>
          </a:p>
        </p:txBody>
      </p:sp>
    </p:spTree>
    <p:extLst>
      <p:ext uri="{BB962C8B-B14F-4D97-AF65-F5344CB8AC3E}">
        <p14:creationId xmlns:p14="http://schemas.microsoft.com/office/powerpoint/2010/main" val="16300026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0488F4B-C8AB-4DED-82A3-6F6C06D43A36}" type="slidenum">
              <a:rPr lang="en-US" smtClean="0"/>
              <a:t>2</a:t>
            </a:fld>
            <a:endParaRPr lang="en-US"/>
          </a:p>
        </p:txBody>
      </p:sp>
    </p:spTree>
    <p:extLst>
      <p:ext uri="{BB962C8B-B14F-4D97-AF65-F5344CB8AC3E}">
        <p14:creationId xmlns:p14="http://schemas.microsoft.com/office/powerpoint/2010/main" val="17613893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0488F4B-C8AB-4DED-82A3-6F6C06D43A36}" type="slidenum">
              <a:rPr lang="en-US" smtClean="0"/>
              <a:t>3</a:t>
            </a:fld>
            <a:endParaRPr lang="en-US"/>
          </a:p>
        </p:txBody>
      </p:sp>
    </p:spTree>
    <p:extLst>
      <p:ext uri="{BB962C8B-B14F-4D97-AF65-F5344CB8AC3E}">
        <p14:creationId xmlns:p14="http://schemas.microsoft.com/office/powerpoint/2010/main" val="17950168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0488F4B-C8AB-4DED-82A3-6F6C06D43A36}" type="slidenum">
              <a:rPr lang="en-US" smtClean="0"/>
              <a:t>6</a:t>
            </a:fld>
            <a:endParaRPr lang="en-US"/>
          </a:p>
        </p:txBody>
      </p:sp>
    </p:spTree>
    <p:extLst>
      <p:ext uri="{BB962C8B-B14F-4D97-AF65-F5344CB8AC3E}">
        <p14:creationId xmlns:p14="http://schemas.microsoft.com/office/powerpoint/2010/main" val="19483676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0488F4B-C8AB-4DED-82A3-6F6C06D43A36}" type="slidenum">
              <a:rPr lang="en-US" smtClean="0"/>
              <a:t>7</a:t>
            </a:fld>
            <a:endParaRPr lang="en-US"/>
          </a:p>
        </p:txBody>
      </p:sp>
    </p:spTree>
    <p:extLst>
      <p:ext uri="{BB962C8B-B14F-4D97-AF65-F5344CB8AC3E}">
        <p14:creationId xmlns:p14="http://schemas.microsoft.com/office/powerpoint/2010/main" val="34542067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0488F4B-C8AB-4DED-82A3-6F6C06D43A36}" type="slidenum">
              <a:rPr lang="en-US" smtClean="0"/>
              <a:t>8</a:t>
            </a:fld>
            <a:endParaRPr lang="en-US"/>
          </a:p>
        </p:txBody>
      </p:sp>
    </p:spTree>
    <p:extLst>
      <p:ext uri="{BB962C8B-B14F-4D97-AF65-F5344CB8AC3E}">
        <p14:creationId xmlns:p14="http://schemas.microsoft.com/office/powerpoint/2010/main" val="22513449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0488F4B-C8AB-4DED-82A3-6F6C06D43A36}" type="slidenum">
              <a:rPr lang="en-US" smtClean="0"/>
              <a:t>9</a:t>
            </a:fld>
            <a:endParaRPr lang="en-US"/>
          </a:p>
        </p:txBody>
      </p:sp>
    </p:spTree>
    <p:extLst>
      <p:ext uri="{BB962C8B-B14F-4D97-AF65-F5344CB8AC3E}">
        <p14:creationId xmlns:p14="http://schemas.microsoft.com/office/powerpoint/2010/main" val="29719824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0488F4B-C8AB-4DED-82A3-6F6C06D43A36}" type="slidenum">
              <a:rPr lang="en-US" smtClean="0"/>
              <a:t>10</a:t>
            </a:fld>
            <a:endParaRPr lang="en-US"/>
          </a:p>
        </p:txBody>
      </p:sp>
    </p:spTree>
    <p:extLst>
      <p:ext uri="{BB962C8B-B14F-4D97-AF65-F5344CB8AC3E}">
        <p14:creationId xmlns:p14="http://schemas.microsoft.com/office/powerpoint/2010/main" val="149272773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0488F4B-C8AB-4DED-82A3-6F6C06D43A36}" type="slidenum">
              <a:rPr lang="en-US" smtClean="0"/>
              <a:t>11</a:t>
            </a:fld>
            <a:endParaRPr lang="en-US"/>
          </a:p>
        </p:txBody>
      </p:sp>
    </p:spTree>
    <p:extLst>
      <p:ext uri="{BB962C8B-B14F-4D97-AF65-F5344CB8AC3E}">
        <p14:creationId xmlns:p14="http://schemas.microsoft.com/office/powerpoint/2010/main" val="328393793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0488F4B-C8AB-4DED-82A3-6F6C06D43A36}" type="slidenum">
              <a:rPr lang="en-US" smtClean="0"/>
              <a:t>17</a:t>
            </a:fld>
            <a:endParaRPr lang="en-US"/>
          </a:p>
        </p:txBody>
      </p:sp>
    </p:spTree>
    <p:extLst>
      <p:ext uri="{BB962C8B-B14F-4D97-AF65-F5344CB8AC3E}">
        <p14:creationId xmlns:p14="http://schemas.microsoft.com/office/powerpoint/2010/main" val="226639026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24879"/>
            <a:r>
              <a:rPr lang="en-US" sz="1800" dirty="0">
                <a:latin typeface="Times New Roman" panose="02020603050405020304" pitchFamily="18" charset="0"/>
                <a:ea typeface="Times New Roman" panose="02020603050405020304" pitchFamily="18" charset="0"/>
              </a:rPr>
              <a:t> </a:t>
            </a:r>
            <a:endParaRPr lang="en-US" dirty="0"/>
          </a:p>
        </p:txBody>
      </p:sp>
      <p:sp>
        <p:nvSpPr>
          <p:cNvPr id="4" name="Slide Number Placeholder 3"/>
          <p:cNvSpPr>
            <a:spLocks noGrp="1"/>
          </p:cNvSpPr>
          <p:nvPr>
            <p:ph type="sldNum" sz="quarter" idx="5"/>
          </p:nvPr>
        </p:nvSpPr>
        <p:spPr/>
        <p:txBody>
          <a:bodyPr/>
          <a:lstStyle/>
          <a:p>
            <a:fld id="{70488F4B-C8AB-4DED-82A3-6F6C06D43A36}" type="slidenum">
              <a:rPr lang="en-US" smtClean="0"/>
              <a:t>18</a:t>
            </a:fld>
            <a:endParaRPr lang="en-US"/>
          </a:p>
        </p:txBody>
      </p:sp>
    </p:spTree>
    <p:extLst>
      <p:ext uri="{BB962C8B-B14F-4D97-AF65-F5344CB8AC3E}">
        <p14:creationId xmlns:p14="http://schemas.microsoft.com/office/powerpoint/2010/main" val="98388360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24879"/>
            <a:r>
              <a:rPr lang="en-US" sz="1800" dirty="0">
                <a:latin typeface="Times New Roman" panose="02020603050405020304" pitchFamily="18" charset="0"/>
                <a:ea typeface="Times New Roman" panose="02020603050405020304" pitchFamily="18" charset="0"/>
              </a:rPr>
              <a:t> </a:t>
            </a:r>
            <a:endParaRPr lang="en-US" dirty="0"/>
          </a:p>
        </p:txBody>
      </p:sp>
      <p:sp>
        <p:nvSpPr>
          <p:cNvPr id="4" name="Slide Number Placeholder 3"/>
          <p:cNvSpPr>
            <a:spLocks noGrp="1"/>
          </p:cNvSpPr>
          <p:nvPr>
            <p:ph type="sldNum" sz="quarter" idx="5"/>
          </p:nvPr>
        </p:nvSpPr>
        <p:spPr/>
        <p:txBody>
          <a:bodyPr/>
          <a:lstStyle/>
          <a:p>
            <a:fld id="{70488F4B-C8AB-4DED-82A3-6F6C06D43A36}" type="slidenum">
              <a:rPr lang="en-US" smtClean="0"/>
              <a:t>19</a:t>
            </a:fld>
            <a:endParaRPr lang="en-US"/>
          </a:p>
        </p:txBody>
      </p:sp>
    </p:spTree>
    <p:extLst>
      <p:ext uri="{BB962C8B-B14F-4D97-AF65-F5344CB8AC3E}">
        <p14:creationId xmlns:p14="http://schemas.microsoft.com/office/powerpoint/2010/main" val="150808110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24879"/>
            <a:r>
              <a:rPr lang="en-US" sz="1800" dirty="0">
                <a:latin typeface="Times New Roman" panose="02020603050405020304" pitchFamily="18" charset="0"/>
                <a:ea typeface="Times New Roman" panose="02020603050405020304" pitchFamily="18" charset="0"/>
              </a:rPr>
              <a:t> </a:t>
            </a:r>
            <a:endParaRPr lang="en-US" dirty="0"/>
          </a:p>
        </p:txBody>
      </p:sp>
      <p:sp>
        <p:nvSpPr>
          <p:cNvPr id="4" name="Slide Number Placeholder 3"/>
          <p:cNvSpPr>
            <a:spLocks noGrp="1"/>
          </p:cNvSpPr>
          <p:nvPr>
            <p:ph type="sldNum" sz="quarter" idx="5"/>
          </p:nvPr>
        </p:nvSpPr>
        <p:spPr/>
        <p:txBody>
          <a:bodyPr/>
          <a:lstStyle/>
          <a:p>
            <a:fld id="{70488F4B-C8AB-4DED-82A3-6F6C06D43A36}" type="slidenum">
              <a:rPr lang="en-US" smtClean="0"/>
              <a:t>20</a:t>
            </a:fld>
            <a:endParaRPr lang="en-US"/>
          </a:p>
        </p:txBody>
      </p:sp>
    </p:spTree>
    <p:extLst>
      <p:ext uri="{BB962C8B-B14F-4D97-AF65-F5344CB8AC3E}">
        <p14:creationId xmlns:p14="http://schemas.microsoft.com/office/powerpoint/2010/main" val="50953260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pic>
        <p:nvPicPr>
          <p:cNvPr id="8" name="Picture 7" descr="FDA_B&amp;W_Primary_logo.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434545" y="261449"/>
            <a:ext cx="3459480" cy="720852"/>
          </a:xfrm>
          <a:prstGeom prst="rect">
            <a:avLst/>
          </a:prstGeom>
        </p:spPr>
      </p:pic>
      <p:sp>
        <p:nvSpPr>
          <p:cNvPr id="7" name="Rectangle 6"/>
          <p:cNvSpPr/>
          <p:nvPr userDrawn="1"/>
        </p:nvSpPr>
        <p:spPr>
          <a:xfrm>
            <a:off x="106680" y="76199"/>
            <a:ext cx="11978640" cy="6492240"/>
          </a:xfrm>
          <a:prstGeom prst="rect">
            <a:avLst/>
          </a:prstGeom>
          <a:no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 name="Date Placeholder 3">
            <a:extLst>
              <a:ext uri="{FF2B5EF4-FFF2-40B4-BE49-F238E27FC236}">
                <a16:creationId xmlns:a16="http://schemas.microsoft.com/office/drawing/2014/main" id="{AEC7C57C-F919-4847-AC6A-BBFB534B4853}"/>
              </a:ext>
            </a:extLst>
          </p:cNvPr>
          <p:cNvSpPr txBox="1">
            <a:spLocks/>
          </p:cNvSpPr>
          <p:nvPr userDrawn="1"/>
        </p:nvSpPr>
        <p:spPr>
          <a:xfrm>
            <a:off x="101600" y="6523863"/>
            <a:ext cx="10363199" cy="365125"/>
          </a:xfrm>
          <a:prstGeom prst="rect">
            <a:avLst/>
          </a:prstGeom>
        </p:spPr>
        <p:txBody>
          <a:bodyPr vert="horz" lIns="91440" tIns="45720" rIns="91440" bIns="45720" rtlCol="0" anchor="ctr" anchorCtr="0"/>
          <a:lstStyle>
            <a:defPPr>
              <a:defRPr lang="en-US"/>
            </a:defPPr>
            <a:lvl1pPr algn="l" rtl="0" fontAlgn="auto">
              <a:spcBef>
                <a:spcPts val="0"/>
              </a:spcBef>
              <a:spcAft>
                <a:spcPts val="0"/>
              </a:spcAft>
              <a:defRPr sz="1200" kern="1200">
                <a:solidFill>
                  <a:schemeClr val="tx1">
                    <a:tint val="75000"/>
                  </a:schemeClr>
                </a:solidFill>
                <a:latin typeface="+mn-lt"/>
                <a:ea typeface="+mn-ea"/>
                <a:cs typeface="+mn-cs"/>
              </a:defRPr>
            </a:lvl1pPr>
            <a:lvl2pPr marL="457200" algn="l" rtl="0" fontAlgn="base">
              <a:spcBef>
                <a:spcPct val="0"/>
              </a:spcBef>
              <a:spcAft>
                <a:spcPct val="0"/>
              </a:spcAft>
              <a:defRPr kern="1200">
                <a:solidFill>
                  <a:schemeClr val="tx1"/>
                </a:solidFill>
                <a:latin typeface="Calibri" pitchFamily="34" charset="0"/>
                <a:ea typeface="+mn-ea"/>
                <a:cs typeface="Arial" charset="0"/>
              </a:defRPr>
            </a:lvl2pPr>
            <a:lvl3pPr marL="914400" algn="l" rtl="0" fontAlgn="base">
              <a:spcBef>
                <a:spcPct val="0"/>
              </a:spcBef>
              <a:spcAft>
                <a:spcPct val="0"/>
              </a:spcAft>
              <a:defRPr kern="1200">
                <a:solidFill>
                  <a:schemeClr val="tx1"/>
                </a:solidFill>
                <a:latin typeface="Calibri" pitchFamily="34" charset="0"/>
                <a:ea typeface="+mn-ea"/>
                <a:cs typeface="Arial" charset="0"/>
              </a:defRPr>
            </a:lvl3pPr>
            <a:lvl4pPr marL="1371600" algn="l" rtl="0" fontAlgn="base">
              <a:spcBef>
                <a:spcPct val="0"/>
              </a:spcBef>
              <a:spcAft>
                <a:spcPct val="0"/>
              </a:spcAft>
              <a:defRPr kern="1200">
                <a:solidFill>
                  <a:schemeClr val="tx1"/>
                </a:solidFill>
                <a:latin typeface="Calibri" pitchFamily="34" charset="0"/>
                <a:ea typeface="+mn-ea"/>
                <a:cs typeface="Arial" charset="0"/>
              </a:defRPr>
            </a:lvl4pPr>
            <a:lvl5pPr marL="1828800" algn="l" rtl="0" fontAlgn="base">
              <a:spcBef>
                <a:spcPct val="0"/>
              </a:spcBef>
              <a:spcAft>
                <a:spcPct val="0"/>
              </a:spcAft>
              <a:defRPr kern="1200">
                <a:solidFill>
                  <a:schemeClr val="tx1"/>
                </a:solidFill>
                <a:latin typeface="Calibri" pitchFamily="34" charset="0"/>
                <a:ea typeface="+mn-ea"/>
                <a:cs typeface="Arial" charset="0"/>
              </a:defRPr>
            </a:lvl5pPr>
            <a:lvl6pPr marL="2286000" algn="l" defTabSz="914400" rtl="0" eaLnBrk="1" latinLnBrk="0" hangingPunct="1">
              <a:defRPr kern="1200">
                <a:solidFill>
                  <a:schemeClr val="tx1"/>
                </a:solidFill>
                <a:latin typeface="Calibri" pitchFamily="34" charset="0"/>
                <a:ea typeface="+mn-ea"/>
                <a:cs typeface="Arial" charset="0"/>
              </a:defRPr>
            </a:lvl6pPr>
            <a:lvl7pPr marL="2743200" algn="l" defTabSz="914400" rtl="0" eaLnBrk="1" latinLnBrk="0" hangingPunct="1">
              <a:defRPr kern="1200">
                <a:solidFill>
                  <a:schemeClr val="tx1"/>
                </a:solidFill>
                <a:latin typeface="Calibri" pitchFamily="34" charset="0"/>
                <a:ea typeface="+mn-ea"/>
                <a:cs typeface="Arial" charset="0"/>
              </a:defRPr>
            </a:lvl7pPr>
            <a:lvl8pPr marL="3200400" algn="l" defTabSz="914400" rtl="0" eaLnBrk="1" latinLnBrk="0" hangingPunct="1">
              <a:defRPr kern="1200">
                <a:solidFill>
                  <a:schemeClr val="tx1"/>
                </a:solidFill>
                <a:latin typeface="Calibri" pitchFamily="34" charset="0"/>
                <a:ea typeface="+mn-ea"/>
                <a:cs typeface="Arial" charset="0"/>
              </a:defRPr>
            </a:lvl8pPr>
            <a:lvl9pPr marL="3657600" algn="l" defTabSz="914400" rtl="0" eaLnBrk="1" latinLnBrk="0" hangingPunct="1">
              <a:defRPr kern="1200">
                <a:solidFill>
                  <a:schemeClr val="tx1"/>
                </a:solidFill>
                <a:latin typeface="Calibri" pitchFamily="34" charset="0"/>
                <a:ea typeface="+mn-ea"/>
                <a:cs typeface="Arial" charset="0"/>
              </a:defRPr>
            </a:lvl9pPr>
          </a:lstStyle>
          <a:p>
            <a:pPr>
              <a:spcBef>
                <a:spcPts val="0"/>
              </a:spcBef>
              <a:defRPr/>
            </a:pPr>
            <a:r>
              <a:rPr lang="en-US" sz="1400" b="1" dirty="0">
                <a:solidFill>
                  <a:srgbClr val="007CBA"/>
                </a:solidFill>
              </a:rPr>
              <a:t>OSEL </a:t>
            </a:r>
            <a:r>
              <a:rPr lang="en-US" sz="1400" b="0" dirty="0"/>
              <a:t>Accelerating patient access to innovative, safe, and effective medical devices through best-in-the-world regulatory science</a:t>
            </a:r>
          </a:p>
        </p:txBody>
      </p:sp>
    </p:spTree>
    <p:extLst>
      <p:ext uri="{BB962C8B-B14F-4D97-AF65-F5344CB8AC3E}">
        <p14:creationId xmlns:p14="http://schemas.microsoft.com/office/powerpoint/2010/main" val="10736983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31800" y="143331"/>
            <a:ext cx="10518081" cy="926020"/>
          </a:xfrm>
        </p:spPr>
        <p:txBody>
          <a:bodyPr>
            <a:normAutofit/>
          </a:bodyPr>
          <a:lstStyle>
            <a:lvl1pPr>
              <a:defRPr sz="3200" b="1">
                <a:solidFill>
                  <a:srgbClr val="0070C0"/>
                </a:solidFill>
              </a:defRPr>
            </a:lvl1pPr>
          </a:lstStyle>
          <a:p>
            <a:r>
              <a:rPr lang="en-US" dirty="0"/>
              <a:t>Click to edit Master title style</a:t>
            </a:r>
          </a:p>
        </p:txBody>
      </p:sp>
      <p:sp>
        <p:nvSpPr>
          <p:cNvPr id="3" name="Content Placeholder 2"/>
          <p:cNvSpPr>
            <a:spLocks noGrp="1"/>
          </p:cNvSpPr>
          <p:nvPr>
            <p:ph idx="1"/>
          </p:nvPr>
        </p:nvSpPr>
        <p:spPr>
          <a:xfrm>
            <a:off x="431801" y="1414131"/>
            <a:ext cx="11345471" cy="4881688"/>
          </a:xfrm>
        </p:spPr>
        <p:txBody>
          <a:bodyPr>
            <a:normAutofit/>
          </a:bodyPr>
          <a:lstStyle>
            <a:lvl1pPr>
              <a:defRPr sz="2800">
                <a:solidFill>
                  <a:schemeClr val="tx1"/>
                </a:solidFill>
              </a:defRPr>
            </a:lvl1pPr>
            <a:lvl2pPr>
              <a:defRPr sz="2400">
                <a:solidFill>
                  <a:srgbClr val="0070C0"/>
                </a:solidFill>
              </a:defRPr>
            </a:lvl2pPr>
            <a:lvl3pPr>
              <a:defRPr sz="2000"/>
            </a:lvl3pPr>
            <a:lvl4pPr>
              <a:defRPr sz="1800"/>
            </a:lvl4pPr>
            <a:lvl5pPr>
              <a:defRPr sz="1800">
                <a:solidFill>
                  <a:srgbClr val="0070C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7" name="Picture 6" descr="FDA_FullColor_Monogram.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75292" y="245915"/>
            <a:ext cx="601980" cy="720852"/>
          </a:xfrm>
          <a:prstGeom prst="rect">
            <a:avLst/>
          </a:prstGeom>
        </p:spPr>
      </p:pic>
      <p:sp>
        <p:nvSpPr>
          <p:cNvPr id="8" name="Rectangle 7"/>
          <p:cNvSpPr/>
          <p:nvPr userDrawn="1"/>
        </p:nvSpPr>
        <p:spPr>
          <a:xfrm>
            <a:off x="106680" y="76200"/>
            <a:ext cx="11978640" cy="6492240"/>
          </a:xfrm>
          <a:prstGeom prst="rect">
            <a:avLst/>
          </a:prstGeom>
          <a:no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 name="Date Placeholder 3">
            <a:extLst>
              <a:ext uri="{FF2B5EF4-FFF2-40B4-BE49-F238E27FC236}">
                <a16:creationId xmlns:a16="http://schemas.microsoft.com/office/drawing/2014/main" id="{BA6D88FB-2897-420A-9BA9-DF40DA84595C}"/>
              </a:ext>
            </a:extLst>
          </p:cNvPr>
          <p:cNvSpPr txBox="1">
            <a:spLocks/>
          </p:cNvSpPr>
          <p:nvPr userDrawn="1"/>
        </p:nvSpPr>
        <p:spPr>
          <a:xfrm>
            <a:off x="101600" y="6523863"/>
            <a:ext cx="10363199" cy="365125"/>
          </a:xfrm>
          <a:prstGeom prst="rect">
            <a:avLst/>
          </a:prstGeom>
        </p:spPr>
        <p:txBody>
          <a:bodyPr vert="horz" lIns="91440" tIns="45720" rIns="91440" bIns="45720" rtlCol="0" anchor="ctr" anchorCtr="0"/>
          <a:lstStyle>
            <a:defPPr>
              <a:defRPr lang="en-US"/>
            </a:defPPr>
            <a:lvl1pPr algn="l" rtl="0" fontAlgn="auto">
              <a:spcBef>
                <a:spcPts val="0"/>
              </a:spcBef>
              <a:spcAft>
                <a:spcPts val="0"/>
              </a:spcAft>
              <a:defRPr sz="1200" kern="1200">
                <a:solidFill>
                  <a:schemeClr val="tx1">
                    <a:tint val="75000"/>
                  </a:schemeClr>
                </a:solidFill>
                <a:latin typeface="+mn-lt"/>
                <a:ea typeface="+mn-ea"/>
                <a:cs typeface="+mn-cs"/>
              </a:defRPr>
            </a:lvl1pPr>
            <a:lvl2pPr marL="457200" algn="l" rtl="0" fontAlgn="base">
              <a:spcBef>
                <a:spcPct val="0"/>
              </a:spcBef>
              <a:spcAft>
                <a:spcPct val="0"/>
              </a:spcAft>
              <a:defRPr kern="1200">
                <a:solidFill>
                  <a:schemeClr val="tx1"/>
                </a:solidFill>
                <a:latin typeface="Calibri" pitchFamily="34" charset="0"/>
                <a:ea typeface="+mn-ea"/>
                <a:cs typeface="Arial" charset="0"/>
              </a:defRPr>
            </a:lvl2pPr>
            <a:lvl3pPr marL="914400" algn="l" rtl="0" fontAlgn="base">
              <a:spcBef>
                <a:spcPct val="0"/>
              </a:spcBef>
              <a:spcAft>
                <a:spcPct val="0"/>
              </a:spcAft>
              <a:defRPr kern="1200">
                <a:solidFill>
                  <a:schemeClr val="tx1"/>
                </a:solidFill>
                <a:latin typeface="Calibri" pitchFamily="34" charset="0"/>
                <a:ea typeface="+mn-ea"/>
                <a:cs typeface="Arial" charset="0"/>
              </a:defRPr>
            </a:lvl3pPr>
            <a:lvl4pPr marL="1371600" algn="l" rtl="0" fontAlgn="base">
              <a:spcBef>
                <a:spcPct val="0"/>
              </a:spcBef>
              <a:spcAft>
                <a:spcPct val="0"/>
              </a:spcAft>
              <a:defRPr kern="1200">
                <a:solidFill>
                  <a:schemeClr val="tx1"/>
                </a:solidFill>
                <a:latin typeface="Calibri" pitchFamily="34" charset="0"/>
                <a:ea typeface="+mn-ea"/>
                <a:cs typeface="Arial" charset="0"/>
              </a:defRPr>
            </a:lvl4pPr>
            <a:lvl5pPr marL="1828800" algn="l" rtl="0" fontAlgn="base">
              <a:spcBef>
                <a:spcPct val="0"/>
              </a:spcBef>
              <a:spcAft>
                <a:spcPct val="0"/>
              </a:spcAft>
              <a:defRPr kern="1200">
                <a:solidFill>
                  <a:schemeClr val="tx1"/>
                </a:solidFill>
                <a:latin typeface="Calibri" pitchFamily="34" charset="0"/>
                <a:ea typeface="+mn-ea"/>
                <a:cs typeface="Arial" charset="0"/>
              </a:defRPr>
            </a:lvl5pPr>
            <a:lvl6pPr marL="2286000" algn="l" defTabSz="914400" rtl="0" eaLnBrk="1" latinLnBrk="0" hangingPunct="1">
              <a:defRPr kern="1200">
                <a:solidFill>
                  <a:schemeClr val="tx1"/>
                </a:solidFill>
                <a:latin typeface="Calibri" pitchFamily="34" charset="0"/>
                <a:ea typeface="+mn-ea"/>
                <a:cs typeface="Arial" charset="0"/>
              </a:defRPr>
            </a:lvl6pPr>
            <a:lvl7pPr marL="2743200" algn="l" defTabSz="914400" rtl="0" eaLnBrk="1" latinLnBrk="0" hangingPunct="1">
              <a:defRPr kern="1200">
                <a:solidFill>
                  <a:schemeClr val="tx1"/>
                </a:solidFill>
                <a:latin typeface="Calibri" pitchFamily="34" charset="0"/>
                <a:ea typeface="+mn-ea"/>
                <a:cs typeface="Arial" charset="0"/>
              </a:defRPr>
            </a:lvl7pPr>
            <a:lvl8pPr marL="3200400" algn="l" defTabSz="914400" rtl="0" eaLnBrk="1" latinLnBrk="0" hangingPunct="1">
              <a:defRPr kern="1200">
                <a:solidFill>
                  <a:schemeClr val="tx1"/>
                </a:solidFill>
                <a:latin typeface="Calibri" pitchFamily="34" charset="0"/>
                <a:ea typeface="+mn-ea"/>
                <a:cs typeface="Arial" charset="0"/>
              </a:defRPr>
            </a:lvl8pPr>
            <a:lvl9pPr marL="3657600" algn="l" defTabSz="914400" rtl="0" eaLnBrk="1" latinLnBrk="0" hangingPunct="1">
              <a:defRPr kern="1200">
                <a:solidFill>
                  <a:schemeClr val="tx1"/>
                </a:solidFill>
                <a:latin typeface="Calibri" pitchFamily="34" charset="0"/>
                <a:ea typeface="+mn-ea"/>
                <a:cs typeface="Arial" charset="0"/>
              </a:defRPr>
            </a:lvl9pPr>
          </a:lstStyle>
          <a:p>
            <a:pPr>
              <a:spcBef>
                <a:spcPts val="0"/>
              </a:spcBef>
              <a:defRPr/>
            </a:pPr>
            <a:r>
              <a:rPr lang="en-US" sz="1400" b="1" dirty="0">
                <a:solidFill>
                  <a:srgbClr val="007CBA"/>
                </a:solidFill>
              </a:rPr>
              <a:t>OSEL </a:t>
            </a:r>
            <a:r>
              <a:rPr lang="en-US" sz="1400" b="0" dirty="0"/>
              <a:t>Accelerating patient access to innovative, safe, and effective medical devices through best-in-the-world regulatory science</a:t>
            </a:r>
          </a:p>
        </p:txBody>
      </p:sp>
      <p:sp>
        <p:nvSpPr>
          <p:cNvPr id="4" name="Slide Number Placeholder 5">
            <a:extLst>
              <a:ext uri="{FF2B5EF4-FFF2-40B4-BE49-F238E27FC236}">
                <a16:creationId xmlns:a16="http://schemas.microsoft.com/office/drawing/2014/main" id="{87242D86-56DD-3B51-2840-0FED04FBBC36}"/>
              </a:ext>
            </a:extLst>
          </p:cNvPr>
          <p:cNvSpPr>
            <a:spLocks noGrp="1"/>
          </p:cNvSpPr>
          <p:nvPr>
            <p:ph type="sldNum" sz="quarter" idx="4"/>
          </p:nvPr>
        </p:nvSpPr>
        <p:spPr>
          <a:xfrm>
            <a:off x="9159677" y="6251755"/>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871F5F-C8AF-484B-B19A-A0CBCE8C7764}" type="slidenum">
              <a:rPr lang="en-US" smtClean="0"/>
              <a:t>‹#›</a:t>
            </a:fld>
            <a:endParaRPr lang="en-US"/>
          </a:p>
        </p:txBody>
      </p:sp>
    </p:spTree>
    <p:extLst>
      <p:ext uri="{BB962C8B-B14F-4D97-AF65-F5344CB8AC3E}">
        <p14:creationId xmlns:p14="http://schemas.microsoft.com/office/powerpoint/2010/main" val="30291742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Title only">
    <p:spTree>
      <p:nvGrpSpPr>
        <p:cNvPr id="1" name=""/>
        <p:cNvGrpSpPr/>
        <p:nvPr/>
      </p:nvGrpSpPr>
      <p:grpSpPr>
        <a:xfrm>
          <a:off x="0" y="0"/>
          <a:ext cx="0" cy="0"/>
          <a:chOff x="0" y="0"/>
          <a:chExt cx="0" cy="0"/>
        </a:xfrm>
      </p:grpSpPr>
      <p:sp>
        <p:nvSpPr>
          <p:cNvPr id="2" name="Title 1"/>
          <p:cNvSpPr>
            <a:spLocks noGrp="1"/>
          </p:cNvSpPr>
          <p:nvPr>
            <p:ph type="title"/>
          </p:nvPr>
        </p:nvSpPr>
        <p:spPr>
          <a:xfrm>
            <a:off x="431800" y="143331"/>
            <a:ext cx="10518081" cy="926020"/>
          </a:xfrm>
        </p:spPr>
        <p:txBody>
          <a:bodyPr>
            <a:normAutofit/>
          </a:bodyPr>
          <a:lstStyle>
            <a:lvl1pPr>
              <a:defRPr sz="3200" b="1">
                <a:solidFill>
                  <a:srgbClr val="0070C0"/>
                </a:solidFill>
              </a:defRPr>
            </a:lvl1pPr>
          </a:lstStyle>
          <a:p>
            <a:r>
              <a:rPr lang="en-US" dirty="0"/>
              <a:t>Click to edit Master title style</a:t>
            </a:r>
          </a:p>
        </p:txBody>
      </p:sp>
      <p:pic>
        <p:nvPicPr>
          <p:cNvPr id="7" name="Picture 6" descr="FDA_FullColor_Monogram.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81107" y="242500"/>
            <a:ext cx="601980" cy="720852"/>
          </a:xfrm>
          <a:prstGeom prst="rect">
            <a:avLst/>
          </a:prstGeom>
        </p:spPr>
      </p:pic>
      <p:sp>
        <p:nvSpPr>
          <p:cNvPr id="8" name="Rectangle 7"/>
          <p:cNvSpPr/>
          <p:nvPr userDrawn="1"/>
        </p:nvSpPr>
        <p:spPr>
          <a:xfrm>
            <a:off x="106680" y="76200"/>
            <a:ext cx="11978640" cy="6492240"/>
          </a:xfrm>
          <a:prstGeom prst="rect">
            <a:avLst/>
          </a:prstGeom>
          <a:no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 name="Date Placeholder 3">
            <a:extLst>
              <a:ext uri="{FF2B5EF4-FFF2-40B4-BE49-F238E27FC236}">
                <a16:creationId xmlns:a16="http://schemas.microsoft.com/office/drawing/2014/main" id="{56925690-D8C7-4C46-ACF3-CD93011134AD}"/>
              </a:ext>
            </a:extLst>
          </p:cNvPr>
          <p:cNvSpPr txBox="1">
            <a:spLocks/>
          </p:cNvSpPr>
          <p:nvPr userDrawn="1"/>
        </p:nvSpPr>
        <p:spPr>
          <a:xfrm>
            <a:off x="101600" y="6523863"/>
            <a:ext cx="10363199" cy="365125"/>
          </a:xfrm>
          <a:prstGeom prst="rect">
            <a:avLst/>
          </a:prstGeom>
        </p:spPr>
        <p:txBody>
          <a:bodyPr vert="horz" lIns="91440" tIns="45720" rIns="91440" bIns="45720" rtlCol="0" anchor="ctr" anchorCtr="0"/>
          <a:lstStyle>
            <a:defPPr>
              <a:defRPr lang="en-US"/>
            </a:defPPr>
            <a:lvl1pPr algn="l" rtl="0" fontAlgn="auto">
              <a:spcBef>
                <a:spcPts val="0"/>
              </a:spcBef>
              <a:spcAft>
                <a:spcPts val="0"/>
              </a:spcAft>
              <a:defRPr sz="1200" kern="1200">
                <a:solidFill>
                  <a:schemeClr val="tx1">
                    <a:tint val="75000"/>
                  </a:schemeClr>
                </a:solidFill>
                <a:latin typeface="+mn-lt"/>
                <a:ea typeface="+mn-ea"/>
                <a:cs typeface="+mn-cs"/>
              </a:defRPr>
            </a:lvl1pPr>
            <a:lvl2pPr marL="457200" algn="l" rtl="0" fontAlgn="base">
              <a:spcBef>
                <a:spcPct val="0"/>
              </a:spcBef>
              <a:spcAft>
                <a:spcPct val="0"/>
              </a:spcAft>
              <a:defRPr kern="1200">
                <a:solidFill>
                  <a:schemeClr val="tx1"/>
                </a:solidFill>
                <a:latin typeface="Calibri" pitchFamily="34" charset="0"/>
                <a:ea typeface="+mn-ea"/>
                <a:cs typeface="Arial" charset="0"/>
              </a:defRPr>
            </a:lvl2pPr>
            <a:lvl3pPr marL="914400" algn="l" rtl="0" fontAlgn="base">
              <a:spcBef>
                <a:spcPct val="0"/>
              </a:spcBef>
              <a:spcAft>
                <a:spcPct val="0"/>
              </a:spcAft>
              <a:defRPr kern="1200">
                <a:solidFill>
                  <a:schemeClr val="tx1"/>
                </a:solidFill>
                <a:latin typeface="Calibri" pitchFamily="34" charset="0"/>
                <a:ea typeface="+mn-ea"/>
                <a:cs typeface="Arial" charset="0"/>
              </a:defRPr>
            </a:lvl3pPr>
            <a:lvl4pPr marL="1371600" algn="l" rtl="0" fontAlgn="base">
              <a:spcBef>
                <a:spcPct val="0"/>
              </a:spcBef>
              <a:spcAft>
                <a:spcPct val="0"/>
              </a:spcAft>
              <a:defRPr kern="1200">
                <a:solidFill>
                  <a:schemeClr val="tx1"/>
                </a:solidFill>
                <a:latin typeface="Calibri" pitchFamily="34" charset="0"/>
                <a:ea typeface="+mn-ea"/>
                <a:cs typeface="Arial" charset="0"/>
              </a:defRPr>
            </a:lvl4pPr>
            <a:lvl5pPr marL="1828800" algn="l" rtl="0" fontAlgn="base">
              <a:spcBef>
                <a:spcPct val="0"/>
              </a:spcBef>
              <a:spcAft>
                <a:spcPct val="0"/>
              </a:spcAft>
              <a:defRPr kern="1200">
                <a:solidFill>
                  <a:schemeClr val="tx1"/>
                </a:solidFill>
                <a:latin typeface="Calibri" pitchFamily="34" charset="0"/>
                <a:ea typeface="+mn-ea"/>
                <a:cs typeface="Arial" charset="0"/>
              </a:defRPr>
            </a:lvl5pPr>
            <a:lvl6pPr marL="2286000" algn="l" defTabSz="914400" rtl="0" eaLnBrk="1" latinLnBrk="0" hangingPunct="1">
              <a:defRPr kern="1200">
                <a:solidFill>
                  <a:schemeClr val="tx1"/>
                </a:solidFill>
                <a:latin typeface="Calibri" pitchFamily="34" charset="0"/>
                <a:ea typeface="+mn-ea"/>
                <a:cs typeface="Arial" charset="0"/>
              </a:defRPr>
            </a:lvl6pPr>
            <a:lvl7pPr marL="2743200" algn="l" defTabSz="914400" rtl="0" eaLnBrk="1" latinLnBrk="0" hangingPunct="1">
              <a:defRPr kern="1200">
                <a:solidFill>
                  <a:schemeClr val="tx1"/>
                </a:solidFill>
                <a:latin typeface="Calibri" pitchFamily="34" charset="0"/>
                <a:ea typeface="+mn-ea"/>
                <a:cs typeface="Arial" charset="0"/>
              </a:defRPr>
            </a:lvl7pPr>
            <a:lvl8pPr marL="3200400" algn="l" defTabSz="914400" rtl="0" eaLnBrk="1" latinLnBrk="0" hangingPunct="1">
              <a:defRPr kern="1200">
                <a:solidFill>
                  <a:schemeClr val="tx1"/>
                </a:solidFill>
                <a:latin typeface="Calibri" pitchFamily="34" charset="0"/>
                <a:ea typeface="+mn-ea"/>
                <a:cs typeface="Arial" charset="0"/>
              </a:defRPr>
            </a:lvl8pPr>
            <a:lvl9pPr marL="3657600" algn="l" defTabSz="914400" rtl="0" eaLnBrk="1" latinLnBrk="0" hangingPunct="1">
              <a:defRPr kern="1200">
                <a:solidFill>
                  <a:schemeClr val="tx1"/>
                </a:solidFill>
                <a:latin typeface="Calibri" pitchFamily="34" charset="0"/>
                <a:ea typeface="+mn-ea"/>
                <a:cs typeface="Arial" charset="0"/>
              </a:defRPr>
            </a:lvl9pPr>
          </a:lstStyle>
          <a:p>
            <a:pPr>
              <a:spcBef>
                <a:spcPts val="0"/>
              </a:spcBef>
              <a:defRPr/>
            </a:pPr>
            <a:r>
              <a:rPr lang="en-US" sz="1400" b="1" dirty="0">
                <a:solidFill>
                  <a:srgbClr val="007CBA"/>
                </a:solidFill>
              </a:rPr>
              <a:t>OSEL </a:t>
            </a:r>
            <a:r>
              <a:rPr lang="en-US" sz="1400" b="0" dirty="0"/>
              <a:t>Accelerating patient access to innovative, safe, and effective medical devices through best-in-the-world regulatory science</a:t>
            </a:r>
          </a:p>
        </p:txBody>
      </p:sp>
      <p:sp>
        <p:nvSpPr>
          <p:cNvPr id="3" name="Slide Number Placeholder 5">
            <a:extLst>
              <a:ext uri="{FF2B5EF4-FFF2-40B4-BE49-F238E27FC236}">
                <a16:creationId xmlns:a16="http://schemas.microsoft.com/office/drawing/2014/main" id="{DA1050FE-F5CF-4EF6-0AB3-F8C401ADDE10}"/>
              </a:ext>
            </a:extLst>
          </p:cNvPr>
          <p:cNvSpPr>
            <a:spLocks noGrp="1"/>
          </p:cNvSpPr>
          <p:nvPr>
            <p:ph type="sldNum" sz="quarter" idx="4"/>
          </p:nvPr>
        </p:nvSpPr>
        <p:spPr>
          <a:xfrm>
            <a:off x="9159677" y="6251755"/>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871F5F-C8AF-484B-B19A-A0CBCE8C7764}" type="slidenum">
              <a:rPr lang="en-US" smtClean="0"/>
              <a:t>‹#›</a:t>
            </a:fld>
            <a:endParaRPr lang="en-US"/>
          </a:p>
        </p:txBody>
      </p:sp>
    </p:spTree>
    <p:extLst>
      <p:ext uri="{BB962C8B-B14F-4D97-AF65-F5344CB8AC3E}">
        <p14:creationId xmlns:p14="http://schemas.microsoft.com/office/powerpoint/2010/main" val="18057753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blank" preserve="1">
  <p:cSld name="4_Blank">
    <p:bg>
      <p:bgRef idx="1001">
        <a:schemeClr val="bg1"/>
      </p:bgRef>
    </p:bg>
    <p:spTree>
      <p:nvGrpSpPr>
        <p:cNvPr id="1" name=""/>
        <p:cNvGrpSpPr/>
        <p:nvPr/>
      </p:nvGrpSpPr>
      <p:grpSpPr>
        <a:xfrm>
          <a:off x="0" y="0"/>
          <a:ext cx="0" cy="0"/>
          <a:chOff x="0" y="0"/>
          <a:chExt cx="0" cy="0"/>
        </a:xfrm>
      </p:grpSpPr>
      <p:sp>
        <p:nvSpPr>
          <p:cNvPr id="3" name="Rectangle 2"/>
          <p:cNvSpPr/>
          <p:nvPr userDrawn="1"/>
        </p:nvSpPr>
        <p:spPr>
          <a:xfrm>
            <a:off x="106680" y="76200"/>
            <a:ext cx="11978640" cy="6492240"/>
          </a:xfrm>
          <a:prstGeom prst="rect">
            <a:avLst/>
          </a:prstGeom>
          <a:no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4" name="Date Placeholder 3">
            <a:extLst>
              <a:ext uri="{FF2B5EF4-FFF2-40B4-BE49-F238E27FC236}">
                <a16:creationId xmlns:a16="http://schemas.microsoft.com/office/drawing/2014/main" id="{0E856B54-8F9F-4901-A29D-E7CB46A48E37}"/>
              </a:ext>
            </a:extLst>
          </p:cNvPr>
          <p:cNvSpPr txBox="1">
            <a:spLocks/>
          </p:cNvSpPr>
          <p:nvPr userDrawn="1"/>
        </p:nvSpPr>
        <p:spPr>
          <a:xfrm>
            <a:off x="101600" y="6523863"/>
            <a:ext cx="10363199" cy="365125"/>
          </a:xfrm>
          <a:prstGeom prst="rect">
            <a:avLst/>
          </a:prstGeom>
        </p:spPr>
        <p:txBody>
          <a:bodyPr vert="horz" lIns="91440" tIns="45720" rIns="91440" bIns="45720" rtlCol="0" anchor="ctr" anchorCtr="0"/>
          <a:lstStyle>
            <a:defPPr>
              <a:defRPr lang="en-US"/>
            </a:defPPr>
            <a:lvl1pPr algn="l" rtl="0" fontAlgn="auto">
              <a:spcBef>
                <a:spcPts val="0"/>
              </a:spcBef>
              <a:spcAft>
                <a:spcPts val="0"/>
              </a:spcAft>
              <a:defRPr sz="1200" kern="1200">
                <a:solidFill>
                  <a:schemeClr val="tx1">
                    <a:tint val="75000"/>
                  </a:schemeClr>
                </a:solidFill>
                <a:latin typeface="+mn-lt"/>
                <a:ea typeface="+mn-ea"/>
                <a:cs typeface="+mn-cs"/>
              </a:defRPr>
            </a:lvl1pPr>
            <a:lvl2pPr marL="457200" algn="l" rtl="0" fontAlgn="base">
              <a:spcBef>
                <a:spcPct val="0"/>
              </a:spcBef>
              <a:spcAft>
                <a:spcPct val="0"/>
              </a:spcAft>
              <a:defRPr kern="1200">
                <a:solidFill>
                  <a:schemeClr val="tx1"/>
                </a:solidFill>
                <a:latin typeface="Calibri" pitchFamily="34" charset="0"/>
                <a:ea typeface="+mn-ea"/>
                <a:cs typeface="Arial" charset="0"/>
              </a:defRPr>
            </a:lvl2pPr>
            <a:lvl3pPr marL="914400" algn="l" rtl="0" fontAlgn="base">
              <a:spcBef>
                <a:spcPct val="0"/>
              </a:spcBef>
              <a:spcAft>
                <a:spcPct val="0"/>
              </a:spcAft>
              <a:defRPr kern="1200">
                <a:solidFill>
                  <a:schemeClr val="tx1"/>
                </a:solidFill>
                <a:latin typeface="Calibri" pitchFamily="34" charset="0"/>
                <a:ea typeface="+mn-ea"/>
                <a:cs typeface="Arial" charset="0"/>
              </a:defRPr>
            </a:lvl3pPr>
            <a:lvl4pPr marL="1371600" algn="l" rtl="0" fontAlgn="base">
              <a:spcBef>
                <a:spcPct val="0"/>
              </a:spcBef>
              <a:spcAft>
                <a:spcPct val="0"/>
              </a:spcAft>
              <a:defRPr kern="1200">
                <a:solidFill>
                  <a:schemeClr val="tx1"/>
                </a:solidFill>
                <a:latin typeface="Calibri" pitchFamily="34" charset="0"/>
                <a:ea typeface="+mn-ea"/>
                <a:cs typeface="Arial" charset="0"/>
              </a:defRPr>
            </a:lvl4pPr>
            <a:lvl5pPr marL="1828800" algn="l" rtl="0" fontAlgn="base">
              <a:spcBef>
                <a:spcPct val="0"/>
              </a:spcBef>
              <a:spcAft>
                <a:spcPct val="0"/>
              </a:spcAft>
              <a:defRPr kern="1200">
                <a:solidFill>
                  <a:schemeClr val="tx1"/>
                </a:solidFill>
                <a:latin typeface="Calibri" pitchFamily="34" charset="0"/>
                <a:ea typeface="+mn-ea"/>
                <a:cs typeface="Arial" charset="0"/>
              </a:defRPr>
            </a:lvl5pPr>
            <a:lvl6pPr marL="2286000" algn="l" defTabSz="914400" rtl="0" eaLnBrk="1" latinLnBrk="0" hangingPunct="1">
              <a:defRPr kern="1200">
                <a:solidFill>
                  <a:schemeClr val="tx1"/>
                </a:solidFill>
                <a:latin typeface="Calibri" pitchFamily="34" charset="0"/>
                <a:ea typeface="+mn-ea"/>
                <a:cs typeface="Arial" charset="0"/>
              </a:defRPr>
            </a:lvl6pPr>
            <a:lvl7pPr marL="2743200" algn="l" defTabSz="914400" rtl="0" eaLnBrk="1" latinLnBrk="0" hangingPunct="1">
              <a:defRPr kern="1200">
                <a:solidFill>
                  <a:schemeClr val="tx1"/>
                </a:solidFill>
                <a:latin typeface="Calibri" pitchFamily="34" charset="0"/>
                <a:ea typeface="+mn-ea"/>
                <a:cs typeface="Arial" charset="0"/>
              </a:defRPr>
            </a:lvl7pPr>
            <a:lvl8pPr marL="3200400" algn="l" defTabSz="914400" rtl="0" eaLnBrk="1" latinLnBrk="0" hangingPunct="1">
              <a:defRPr kern="1200">
                <a:solidFill>
                  <a:schemeClr val="tx1"/>
                </a:solidFill>
                <a:latin typeface="Calibri" pitchFamily="34" charset="0"/>
                <a:ea typeface="+mn-ea"/>
                <a:cs typeface="Arial" charset="0"/>
              </a:defRPr>
            </a:lvl8pPr>
            <a:lvl9pPr marL="3657600" algn="l" defTabSz="914400" rtl="0" eaLnBrk="1" latinLnBrk="0" hangingPunct="1">
              <a:defRPr kern="1200">
                <a:solidFill>
                  <a:schemeClr val="tx1"/>
                </a:solidFill>
                <a:latin typeface="Calibri" pitchFamily="34" charset="0"/>
                <a:ea typeface="+mn-ea"/>
                <a:cs typeface="Arial" charset="0"/>
              </a:defRPr>
            </a:lvl9pPr>
          </a:lstStyle>
          <a:p>
            <a:pPr>
              <a:spcBef>
                <a:spcPts val="0"/>
              </a:spcBef>
              <a:defRPr/>
            </a:pPr>
            <a:r>
              <a:rPr lang="en-US" sz="1400" b="1" dirty="0">
                <a:solidFill>
                  <a:srgbClr val="007CBA"/>
                </a:solidFill>
              </a:rPr>
              <a:t>OSEL </a:t>
            </a:r>
            <a:r>
              <a:rPr lang="en-US" sz="1400" b="0" dirty="0"/>
              <a:t>Accelerating patient access to innovative, safe, and effective medical devices through best-in-the-world regulatory science</a:t>
            </a:r>
          </a:p>
        </p:txBody>
      </p:sp>
      <p:sp>
        <p:nvSpPr>
          <p:cNvPr id="2" name="Slide Number Placeholder 5">
            <a:extLst>
              <a:ext uri="{FF2B5EF4-FFF2-40B4-BE49-F238E27FC236}">
                <a16:creationId xmlns:a16="http://schemas.microsoft.com/office/drawing/2014/main" id="{965AE2D6-BC45-E264-A3CC-CC94ECD574D8}"/>
              </a:ext>
            </a:extLst>
          </p:cNvPr>
          <p:cNvSpPr>
            <a:spLocks noGrp="1"/>
          </p:cNvSpPr>
          <p:nvPr>
            <p:ph type="sldNum" sz="quarter" idx="4"/>
          </p:nvPr>
        </p:nvSpPr>
        <p:spPr>
          <a:xfrm>
            <a:off x="9159677" y="6251755"/>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871F5F-C8AF-484B-B19A-A0CBCE8C7764}" type="slidenum">
              <a:rPr lang="en-US" smtClean="0"/>
              <a:t>‹#›</a:t>
            </a:fld>
            <a:endParaRPr lang="en-US" dirty="0"/>
          </a:p>
        </p:txBody>
      </p:sp>
    </p:spTree>
    <p:extLst>
      <p:ext uri="{BB962C8B-B14F-4D97-AF65-F5344CB8AC3E}">
        <p14:creationId xmlns:p14="http://schemas.microsoft.com/office/powerpoint/2010/main" val="2157146159"/>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itle" preserve="1">
  <p:cSld name="5_Title Slide (Black)">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rgbClr val="336699"/>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pic>
        <p:nvPicPr>
          <p:cNvPr id="8" name="Picture 7" descr="FDA_B&amp;W_Primary_logo.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424019" y="261425"/>
            <a:ext cx="3459480" cy="720852"/>
          </a:xfrm>
          <a:prstGeom prst="rect">
            <a:avLst/>
          </a:prstGeom>
        </p:spPr>
      </p:pic>
      <p:sp>
        <p:nvSpPr>
          <p:cNvPr id="7" name="Rectangle 6"/>
          <p:cNvSpPr/>
          <p:nvPr userDrawn="1"/>
        </p:nvSpPr>
        <p:spPr>
          <a:xfrm>
            <a:off x="106680" y="76200"/>
            <a:ext cx="11978640" cy="6492240"/>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 name="Date Placeholder 3">
            <a:extLst>
              <a:ext uri="{FF2B5EF4-FFF2-40B4-BE49-F238E27FC236}">
                <a16:creationId xmlns:a16="http://schemas.microsoft.com/office/drawing/2014/main" id="{C089B881-5DDA-4F66-92BF-A37E3A43EBDC}"/>
              </a:ext>
            </a:extLst>
          </p:cNvPr>
          <p:cNvSpPr txBox="1">
            <a:spLocks/>
          </p:cNvSpPr>
          <p:nvPr userDrawn="1"/>
        </p:nvSpPr>
        <p:spPr>
          <a:xfrm>
            <a:off x="101600" y="6523863"/>
            <a:ext cx="10363199" cy="365125"/>
          </a:xfrm>
          <a:prstGeom prst="rect">
            <a:avLst/>
          </a:prstGeom>
        </p:spPr>
        <p:txBody>
          <a:bodyPr vert="horz" lIns="91440" tIns="45720" rIns="91440" bIns="45720" rtlCol="0" anchor="ctr" anchorCtr="0"/>
          <a:lstStyle>
            <a:defPPr>
              <a:defRPr lang="en-US"/>
            </a:defPPr>
            <a:lvl1pPr algn="l" rtl="0" fontAlgn="auto">
              <a:spcBef>
                <a:spcPts val="0"/>
              </a:spcBef>
              <a:spcAft>
                <a:spcPts val="0"/>
              </a:spcAft>
              <a:defRPr sz="1200" kern="1200">
                <a:solidFill>
                  <a:schemeClr val="tx1">
                    <a:tint val="75000"/>
                  </a:schemeClr>
                </a:solidFill>
                <a:latin typeface="+mn-lt"/>
                <a:ea typeface="+mn-ea"/>
                <a:cs typeface="+mn-cs"/>
              </a:defRPr>
            </a:lvl1pPr>
            <a:lvl2pPr marL="457200" algn="l" rtl="0" fontAlgn="base">
              <a:spcBef>
                <a:spcPct val="0"/>
              </a:spcBef>
              <a:spcAft>
                <a:spcPct val="0"/>
              </a:spcAft>
              <a:defRPr kern="1200">
                <a:solidFill>
                  <a:schemeClr val="tx1"/>
                </a:solidFill>
                <a:latin typeface="Calibri" pitchFamily="34" charset="0"/>
                <a:ea typeface="+mn-ea"/>
                <a:cs typeface="Arial" charset="0"/>
              </a:defRPr>
            </a:lvl2pPr>
            <a:lvl3pPr marL="914400" algn="l" rtl="0" fontAlgn="base">
              <a:spcBef>
                <a:spcPct val="0"/>
              </a:spcBef>
              <a:spcAft>
                <a:spcPct val="0"/>
              </a:spcAft>
              <a:defRPr kern="1200">
                <a:solidFill>
                  <a:schemeClr val="tx1"/>
                </a:solidFill>
                <a:latin typeface="Calibri" pitchFamily="34" charset="0"/>
                <a:ea typeface="+mn-ea"/>
                <a:cs typeface="Arial" charset="0"/>
              </a:defRPr>
            </a:lvl3pPr>
            <a:lvl4pPr marL="1371600" algn="l" rtl="0" fontAlgn="base">
              <a:spcBef>
                <a:spcPct val="0"/>
              </a:spcBef>
              <a:spcAft>
                <a:spcPct val="0"/>
              </a:spcAft>
              <a:defRPr kern="1200">
                <a:solidFill>
                  <a:schemeClr val="tx1"/>
                </a:solidFill>
                <a:latin typeface="Calibri" pitchFamily="34" charset="0"/>
                <a:ea typeface="+mn-ea"/>
                <a:cs typeface="Arial" charset="0"/>
              </a:defRPr>
            </a:lvl4pPr>
            <a:lvl5pPr marL="1828800" algn="l" rtl="0" fontAlgn="base">
              <a:spcBef>
                <a:spcPct val="0"/>
              </a:spcBef>
              <a:spcAft>
                <a:spcPct val="0"/>
              </a:spcAft>
              <a:defRPr kern="1200">
                <a:solidFill>
                  <a:schemeClr val="tx1"/>
                </a:solidFill>
                <a:latin typeface="Calibri" pitchFamily="34" charset="0"/>
                <a:ea typeface="+mn-ea"/>
                <a:cs typeface="Arial" charset="0"/>
              </a:defRPr>
            </a:lvl5pPr>
            <a:lvl6pPr marL="2286000" algn="l" defTabSz="914400" rtl="0" eaLnBrk="1" latinLnBrk="0" hangingPunct="1">
              <a:defRPr kern="1200">
                <a:solidFill>
                  <a:schemeClr val="tx1"/>
                </a:solidFill>
                <a:latin typeface="Calibri" pitchFamily="34" charset="0"/>
                <a:ea typeface="+mn-ea"/>
                <a:cs typeface="Arial" charset="0"/>
              </a:defRPr>
            </a:lvl6pPr>
            <a:lvl7pPr marL="2743200" algn="l" defTabSz="914400" rtl="0" eaLnBrk="1" latinLnBrk="0" hangingPunct="1">
              <a:defRPr kern="1200">
                <a:solidFill>
                  <a:schemeClr val="tx1"/>
                </a:solidFill>
                <a:latin typeface="Calibri" pitchFamily="34" charset="0"/>
                <a:ea typeface="+mn-ea"/>
                <a:cs typeface="Arial" charset="0"/>
              </a:defRPr>
            </a:lvl7pPr>
            <a:lvl8pPr marL="3200400" algn="l" defTabSz="914400" rtl="0" eaLnBrk="1" latinLnBrk="0" hangingPunct="1">
              <a:defRPr kern="1200">
                <a:solidFill>
                  <a:schemeClr val="tx1"/>
                </a:solidFill>
                <a:latin typeface="Calibri" pitchFamily="34" charset="0"/>
                <a:ea typeface="+mn-ea"/>
                <a:cs typeface="Arial" charset="0"/>
              </a:defRPr>
            </a:lvl8pPr>
            <a:lvl9pPr marL="3657600" algn="l" defTabSz="914400" rtl="0" eaLnBrk="1" latinLnBrk="0" hangingPunct="1">
              <a:defRPr kern="1200">
                <a:solidFill>
                  <a:schemeClr val="tx1"/>
                </a:solidFill>
                <a:latin typeface="Calibri" pitchFamily="34" charset="0"/>
                <a:ea typeface="+mn-ea"/>
                <a:cs typeface="Arial" charset="0"/>
              </a:defRPr>
            </a:lvl9pPr>
          </a:lstStyle>
          <a:p>
            <a:pPr>
              <a:spcBef>
                <a:spcPts val="0"/>
              </a:spcBef>
              <a:defRPr/>
            </a:pPr>
            <a:r>
              <a:rPr lang="en-US" sz="1400" b="1" dirty="0">
                <a:solidFill>
                  <a:srgbClr val="007CBA"/>
                </a:solidFill>
              </a:rPr>
              <a:t>OSEL </a:t>
            </a:r>
            <a:r>
              <a:rPr lang="en-US" sz="1400" b="0" dirty="0"/>
              <a:t>Accelerating patient access to innovative, safe, and effective medical devices through best-in-the-world regulatory science</a:t>
            </a:r>
          </a:p>
        </p:txBody>
      </p:sp>
      <p:sp>
        <p:nvSpPr>
          <p:cNvPr id="4" name="Slide Number Placeholder 5">
            <a:extLst>
              <a:ext uri="{FF2B5EF4-FFF2-40B4-BE49-F238E27FC236}">
                <a16:creationId xmlns:a16="http://schemas.microsoft.com/office/drawing/2014/main" id="{7174CEDB-EA7A-3824-EC57-DF3DD39423A0}"/>
              </a:ext>
            </a:extLst>
          </p:cNvPr>
          <p:cNvSpPr>
            <a:spLocks noGrp="1"/>
          </p:cNvSpPr>
          <p:nvPr>
            <p:ph type="sldNum" sz="quarter" idx="4"/>
          </p:nvPr>
        </p:nvSpPr>
        <p:spPr>
          <a:xfrm>
            <a:off x="9159677" y="6251755"/>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871F5F-C8AF-484B-B19A-A0CBCE8C7764}" type="slidenum">
              <a:rPr lang="en-US" smtClean="0"/>
              <a:t>‹#›</a:t>
            </a:fld>
            <a:endParaRPr lang="en-US"/>
          </a:p>
        </p:txBody>
      </p:sp>
    </p:spTree>
    <p:extLst>
      <p:ext uri="{BB962C8B-B14F-4D97-AF65-F5344CB8AC3E}">
        <p14:creationId xmlns:p14="http://schemas.microsoft.com/office/powerpoint/2010/main" val="192786339"/>
      </p:ext>
    </p:extLst>
  </p:cSld>
  <p:clrMapOvr>
    <a:overrideClrMapping bg1="dk1" tx1="lt1" bg2="dk2" tx2="lt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6_Title and Content (Black)">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31800" y="156778"/>
            <a:ext cx="10518081" cy="926020"/>
          </a:xfrm>
        </p:spPr>
        <p:txBody>
          <a:bodyPr>
            <a:normAutofit/>
          </a:bodyPr>
          <a:lstStyle>
            <a:lvl1pPr>
              <a:defRPr sz="3600" b="1">
                <a:solidFill>
                  <a:srgbClr val="336699"/>
                </a:solidFill>
              </a:defRPr>
            </a:lvl1pPr>
          </a:lstStyle>
          <a:p>
            <a:r>
              <a:rPr lang="en-US"/>
              <a:t>Click to edit Master title style</a:t>
            </a:r>
          </a:p>
        </p:txBody>
      </p:sp>
      <p:sp>
        <p:nvSpPr>
          <p:cNvPr id="3" name="Content Placeholder 2"/>
          <p:cNvSpPr>
            <a:spLocks noGrp="1"/>
          </p:cNvSpPr>
          <p:nvPr>
            <p:ph idx="1"/>
          </p:nvPr>
        </p:nvSpPr>
        <p:spPr>
          <a:xfrm>
            <a:off x="431801" y="1414131"/>
            <a:ext cx="11345471" cy="4881688"/>
          </a:xfrm>
        </p:spPr>
        <p:txBody>
          <a:bodyPr>
            <a:normAutofit/>
          </a:bodyPr>
          <a:lstStyle>
            <a:lvl1pPr>
              <a:defRPr sz="2800">
                <a:solidFill>
                  <a:schemeClr val="tx1"/>
                </a:solidFill>
              </a:defRPr>
            </a:lvl1pPr>
            <a:lvl2pPr>
              <a:defRPr sz="2400">
                <a:solidFill>
                  <a:srgbClr val="336699"/>
                </a:solidFill>
              </a:defRPr>
            </a:lvl2pPr>
            <a:lvl3pPr>
              <a:defRPr sz="2000"/>
            </a:lvl3pPr>
            <a:lvl4pPr>
              <a:defRPr sz="1800"/>
            </a:lvl4pPr>
            <a:lvl5pPr>
              <a:defRPr sz="1800">
                <a:solidFill>
                  <a:srgbClr val="006699"/>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7" name="Picture 6" descr="FDA_FullColor_Monogram.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75292" y="259362"/>
            <a:ext cx="601980" cy="720852"/>
          </a:xfrm>
          <a:prstGeom prst="rect">
            <a:avLst/>
          </a:prstGeom>
        </p:spPr>
      </p:pic>
      <p:sp>
        <p:nvSpPr>
          <p:cNvPr id="8" name="Rectangle 7"/>
          <p:cNvSpPr/>
          <p:nvPr userDrawn="1"/>
        </p:nvSpPr>
        <p:spPr>
          <a:xfrm>
            <a:off x="106680" y="76200"/>
            <a:ext cx="11978640" cy="6492240"/>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 name="Date Placeholder 3">
            <a:extLst>
              <a:ext uri="{FF2B5EF4-FFF2-40B4-BE49-F238E27FC236}">
                <a16:creationId xmlns:a16="http://schemas.microsoft.com/office/drawing/2014/main" id="{E9E949EE-37C9-4321-84AD-2F45F421D32E}"/>
              </a:ext>
            </a:extLst>
          </p:cNvPr>
          <p:cNvSpPr txBox="1">
            <a:spLocks/>
          </p:cNvSpPr>
          <p:nvPr userDrawn="1"/>
        </p:nvSpPr>
        <p:spPr>
          <a:xfrm>
            <a:off x="101600" y="6523863"/>
            <a:ext cx="10363199" cy="365125"/>
          </a:xfrm>
          <a:prstGeom prst="rect">
            <a:avLst/>
          </a:prstGeom>
        </p:spPr>
        <p:txBody>
          <a:bodyPr vert="horz" lIns="91440" tIns="45720" rIns="91440" bIns="45720" rtlCol="0" anchor="ctr" anchorCtr="0"/>
          <a:lstStyle>
            <a:defPPr>
              <a:defRPr lang="en-US"/>
            </a:defPPr>
            <a:lvl1pPr algn="l" rtl="0" fontAlgn="auto">
              <a:spcBef>
                <a:spcPts val="0"/>
              </a:spcBef>
              <a:spcAft>
                <a:spcPts val="0"/>
              </a:spcAft>
              <a:defRPr sz="1200" kern="1200">
                <a:solidFill>
                  <a:schemeClr val="tx1">
                    <a:tint val="75000"/>
                  </a:schemeClr>
                </a:solidFill>
                <a:latin typeface="+mn-lt"/>
                <a:ea typeface="+mn-ea"/>
                <a:cs typeface="+mn-cs"/>
              </a:defRPr>
            </a:lvl1pPr>
            <a:lvl2pPr marL="457200" algn="l" rtl="0" fontAlgn="base">
              <a:spcBef>
                <a:spcPct val="0"/>
              </a:spcBef>
              <a:spcAft>
                <a:spcPct val="0"/>
              </a:spcAft>
              <a:defRPr kern="1200">
                <a:solidFill>
                  <a:schemeClr val="tx1"/>
                </a:solidFill>
                <a:latin typeface="Calibri" pitchFamily="34" charset="0"/>
                <a:ea typeface="+mn-ea"/>
                <a:cs typeface="Arial" charset="0"/>
              </a:defRPr>
            </a:lvl2pPr>
            <a:lvl3pPr marL="914400" algn="l" rtl="0" fontAlgn="base">
              <a:spcBef>
                <a:spcPct val="0"/>
              </a:spcBef>
              <a:spcAft>
                <a:spcPct val="0"/>
              </a:spcAft>
              <a:defRPr kern="1200">
                <a:solidFill>
                  <a:schemeClr val="tx1"/>
                </a:solidFill>
                <a:latin typeface="Calibri" pitchFamily="34" charset="0"/>
                <a:ea typeface="+mn-ea"/>
                <a:cs typeface="Arial" charset="0"/>
              </a:defRPr>
            </a:lvl3pPr>
            <a:lvl4pPr marL="1371600" algn="l" rtl="0" fontAlgn="base">
              <a:spcBef>
                <a:spcPct val="0"/>
              </a:spcBef>
              <a:spcAft>
                <a:spcPct val="0"/>
              </a:spcAft>
              <a:defRPr kern="1200">
                <a:solidFill>
                  <a:schemeClr val="tx1"/>
                </a:solidFill>
                <a:latin typeface="Calibri" pitchFamily="34" charset="0"/>
                <a:ea typeface="+mn-ea"/>
                <a:cs typeface="Arial" charset="0"/>
              </a:defRPr>
            </a:lvl4pPr>
            <a:lvl5pPr marL="1828800" algn="l" rtl="0" fontAlgn="base">
              <a:spcBef>
                <a:spcPct val="0"/>
              </a:spcBef>
              <a:spcAft>
                <a:spcPct val="0"/>
              </a:spcAft>
              <a:defRPr kern="1200">
                <a:solidFill>
                  <a:schemeClr val="tx1"/>
                </a:solidFill>
                <a:latin typeface="Calibri" pitchFamily="34" charset="0"/>
                <a:ea typeface="+mn-ea"/>
                <a:cs typeface="Arial" charset="0"/>
              </a:defRPr>
            </a:lvl5pPr>
            <a:lvl6pPr marL="2286000" algn="l" defTabSz="914400" rtl="0" eaLnBrk="1" latinLnBrk="0" hangingPunct="1">
              <a:defRPr kern="1200">
                <a:solidFill>
                  <a:schemeClr val="tx1"/>
                </a:solidFill>
                <a:latin typeface="Calibri" pitchFamily="34" charset="0"/>
                <a:ea typeface="+mn-ea"/>
                <a:cs typeface="Arial" charset="0"/>
              </a:defRPr>
            </a:lvl6pPr>
            <a:lvl7pPr marL="2743200" algn="l" defTabSz="914400" rtl="0" eaLnBrk="1" latinLnBrk="0" hangingPunct="1">
              <a:defRPr kern="1200">
                <a:solidFill>
                  <a:schemeClr val="tx1"/>
                </a:solidFill>
                <a:latin typeface="Calibri" pitchFamily="34" charset="0"/>
                <a:ea typeface="+mn-ea"/>
                <a:cs typeface="Arial" charset="0"/>
              </a:defRPr>
            </a:lvl7pPr>
            <a:lvl8pPr marL="3200400" algn="l" defTabSz="914400" rtl="0" eaLnBrk="1" latinLnBrk="0" hangingPunct="1">
              <a:defRPr kern="1200">
                <a:solidFill>
                  <a:schemeClr val="tx1"/>
                </a:solidFill>
                <a:latin typeface="Calibri" pitchFamily="34" charset="0"/>
                <a:ea typeface="+mn-ea"/>
                <a:cs typeface="Arial" charset="0"/>
              </a:defRPr>
            </a:lvl8pPr>
            <a:lvl9pPr marL="3657600" algn="l" defTabSz="914400" rtl="0" eaLnBrk="1" latinLnBrk="0" hangingPunct="1">
              <a:defRPr kern="1200">
                <a:solidFill>
                  <a:schemeClr val="tx1"/>
                </a:solidFill>
                <a:latin typeface="Calibri" pitchFamily="34" charset="0"/>
                <a:ea typeface="+mn-ea"/>
                <a:cs typeface="Arial" charset="0"/>
              </a:defRPr>
            </a:lvl9pPr>
          </a:lstStyle>
          <a:p>
            <a:pPr>
              <a:spcBef>
                <a:spcPts val="0"/>
              </a:spcBef>
              <a:defRPr/>
            </a:pPr>
            <a:r>
              <a:rPr lang="en-US" sz="1400" b="1" dirty="0">
                <a:solidFill>
                  <a:srgbClr val="007CBA"/>
                </a:solidFill>
              </a:rPr>
              <a:t>OSEL </a:t>
            </a:r>
            <a:r>
              <a:rPr lang="en-US" sz="1400" b="0" dirty="0"/>
              <a:t>Accelerating patient access to innovative, safe, and effective medical devices through best-in-the-world regulatory science</a:t>
            </a:r>
          </a:p>
        </p:txBody>
      </p:sp>
      <p:sp>
        <p:nvSpPr>
          <p:cNvPr id="4" name="Slide Number Placeholder 5">
            <a:extLst>
              <a:ext uri="{FF2B5EF4-FFF2-40B4-BE49-F238E27FC236}">
                <a16:creationId xmlns:a16="http://schemas.microsoft.com/office/drawing/2014/main" id="{2D6013C2-38F8-1249-3E3E-7F4470E60B11}"/>
              </a:ext>
            </a:extLst>
          </p:cNvPr>
          <p:cNvSpPr>
            <a:spLocks noGrp="1"/>
          </p:cNvSpPr>
          <p:nvPr>
            <p:ph type="sldNum" sz="quarter" idx="4"/>
          </p:nvPr>
        </p:nvSpPr>
        <p:spPr>
          <a:xfrm>
            <a:off x="9159677" y="6251755"/>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871F5F-C8AF-484B-B19A-A0CBCE8C7764}" type="slidenum">
              <a:rPr lang="en-US" smtClean="0"/>
              <a:t>‹#›</a:t>
            </a:fld>
            <a:endParaRPr lang="en-US"/>
          </a:p>
        </p:txBody>
      </p:sp>
    </p:spTree>
    <p:extLst>
      <p:ext uri="{BB962C8B-B14F-4D97-AF65-F5344CB8AC3E}">
        <p14:creationId xmlns:p14="http://schemas.microsoft.com/office/powerpoint/2010/main" val="3471168721"/>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871F5F-C8AF-484B-B19A-A0CBCE8C7764}" type="slidenum">
              <a:rPr lang="en-US" smtClean="0"/>
              <a:t>‹#›</a:t>
            </a:fld>
            <a:endParaRPr lang="en-US"/>
          </a:p>
        </p:txBody>
      </p:sp>
    </p:spTree>
    <p:extLst>
      <p:ext uri="{BB962C8B-B14F-4D97-AF65-F5344CB8AC3E}">
        <p14:creationId xmlns:p14="http://schemas.microsoft.com/office/powerpoint/2010/main" val="1126301765"/>
      </p:ext>
    </p:extLst>
  </p:cSld>
  <p:clrMap bg1="lt1" tx1="dk1" bg2="lt2" tx2="dk2" accent1="accent1" accent2="accent2" accent3="accent3" accent4="accent4" accent5="accent5" accent6="accent6" hlink="hlink" folHlink="folHlink"/>
  <p:sldLayoutIdLst>
    <p:sldLayoutId id="2147483649" r:id="rId1"/>
    <p:sldLayoutId id="2147483664" r:id="rId2"/>
    <p:sldLayoutId id="2147483666" r:id="rId3"/>
    <p:sldLayoutId id="2147483665" r:id="rId4"/>
    <p:sldLayoutId id="2147483662" r:id="rId5"/>
    <p:sldLayoutId id="2147483661" r:id="rId6"/>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wmf"/><Relationship Id="rId4" Type="http://schemas.openxmlformats.org/officeDocument/2006/relationships/image" Target="../media/image17.wmf"/></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17.wmf"/></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15.png"/><Relationship Id="rId4" Type="http://schemas.openxmlformats.org/officeDocument/2006/relationships/image" Target="../media/image13.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1137920" y="1370085"/>
            <a:ext cx="10068559" cy="1470025"/>
          </a:xfrm>
        </p:spPr>
        <p:txBody>
          <a:bodyPr>
            <a:normAutofit fontScale="90000"/>
          </a:bodyPr>
          <a:lstStyle/>
          <a:p>
            <a:r>
              <a:rPr lang="en-US" sz="4000" b="1" cap="small" dirty="0">
                <a:solidFill>
                  <a:srgbClr val="007CBA"/>
                </a:solidFill>
              </a:rPr>
              <a:t>Color characterization of virtual reality devices using professional- and consumer-grade instruments</a:t>
            </a:r>
          </a:p>
        </p:txBody>
      </p:sp>
      <p:sp>
        <p:nvSpPr>
          <p:cNvPr id="5" name="Subtitle 4"/>
          <p:cNvSpPr>
            <a:spLocks noGrp="1"/>
          </p:cNvSpPr>
          <p:nvPr>
            <p:ph type="subTitle" idx="1"/>
          </p:nvPr>
        </p:nvSpPr>
        <p:spPr>
          <a:xfrm>
            <a:off x="1828800" y="3237186"/>
            <a:ext cx="8534400" cy="2401614"/>
          </a:xfrm>
        </p:spPr>
        <p:txBody>
          <a:bodyPr>
            <a:normAutofit/>
          </a:bodyPr>
          <a:lstStyle/>
          <a:p>
            <a:r>
              <a:rPr lang="en-US" sz="2400" b="1" u="sng" dirty="0">
                <a:solidFill>
                  <a:schemeClr val="tx1"/>
                </a:solidFill>
              </a:rPr>
              <a:t>Wei-Chung Cheng</a:t>
            </a:r>
          </a:p>
          <a:p>
            <a:r>
              <a:rPr lang="en-US" sz="2000" dirty="0">
                <a:solidFill>
                  <a:schemeClr val="tx1"/>
                </a:solidFill>
              </a:rPr>
              <a:t>Division of Imaging, Diagnostics, and Software Reliability</a:t>
            </a:r>
          </a:p>
          <a:p>
            <a:endParaRPr lang="en-US" sz="2000" dirty="0"/>
          </a:p>
          <a:p>
            <a:r>
              <a:rPr lang="en-US" sz="2000" dirty="0">
                <a:solidFill>
                  <a:schemeClr val="tx1"/>
                </a:solidFill>
              </a:rPr>
              <a:t>Office of Science and Engineering Laboratories</a:t>
            </a:r>
          </a:p>
          <a:p>
            <a:r>
              <a:rPr lang="en-US" sz="2000" dirty="0">
                <a:solidFill>
                  <a:schemeClr val="tx1"/>
                </a:solidFill>
              </a:rPr>
              <a:t>Center for Devices and Radiological Health</a:t>
            </a:r>
          </a:p>
          <a:p>
            <a:r>
              <a:rPr lang="en-US" sz="2000" u="sng" dirty="0">
                <a:solidFill>
                  <a:schemeClr val="tx1"/>
                </a:solidFill>
              </a:rPr>
              <a:t>U.S. Food and Drug Administration</a:t>
            </a:r>
          </a:p>
          <a:p>
            <a:endParaRPr lang="en-US" sz="2000" dirty="0"/>
          </a:p>
        </p:txBody>
      </p:sp>
      <p:sp>
        <p:nvSpPr>
          <p:cNvPr id="7" name="TextBox 6">
            <a:extLst>
              <a:ext uri="{FF2B5EF4-FFF2-40B4-BE49-F238E27FC236}">
                <a16:creationId xmlns:a16="http://schemas.microsoft.com/office/drawing/2014/main" id="{2EC29E63-CE33-476B-8093-29C2787885F2}"/>
              </a:ext>
            </a:extLst>
          </p:cNvPr>
          <p:cNvSpPr txBox="1"/>
          <p:nvPr/>
        </p:nvSpPr>
        <p:spPr>
          <a:xfrm>
            <a:off x="2801421" y="5814701"/>
            <a:ext cx="9252030" cy="738664"/>
          </a:xfrm>
          <a:prstGeom prst="rect">
            <a:avLst/>
          </a:prstGeom>
          <a:noFill/>
        </p:spPr>
        <p:txBody>
          <a:bodyPr wrap="square" rtlCol="0">
            <a:spAutoFit/>
          </a:bodyPr>
          <a:lstStyle/>
          <a:p>
            <a:pPr algn="r"/>
            <a:r>
              <a:rPr lang="en-US" sz="1400" b="0" i="1" dirty="0">
                <a:solidFill>
                  <a:srgbClr val="001871"/>
                </a:solidFill>
                <a:effectLst/>
                <a:latin typeface="Segoe UI" panose="020B0502040204020203" pitchFamily="34" charset="0"/>
              </a:rPr>
              <a:t>*The mention of commercial products, their sources, or their use in connection with material reported herein is not to be construed as either an actual or implied endorsement of such products by the Department of Health and Human Services. This is a contribution of the US Food and Drug Administration and is not subject to copyright.</a:t>
            </a:r>
            <a:endParaRPr lang="en-US" sz="1400" dirty="0"/>
          </a:p>
        </p:txBody>
      </p:sp>
    </p:spTree>
    <p:extLst>
      <p:ext uri="{BB962C8B-B14F-4D97-AF65-F5344CB8AC3E}">
        <p14:creationId xmlns:p14="http://schemas.microsoft.com/office/powerpoint/2010/main" val="12150841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FBA5C9E-12B3-4216-9084-8B3EA671F7C5}"/>
              </a:ext>
            </a:extLst>
          </p:cNvPr>
          <p:cNvSpPr>
            <a:spLocks noGrp="1"/>
          </p:cNvSpPr>
          <p:nvPr>
            <p:ph type="title"/>
          </p:nvPr>
        </p:nvSpPr>
        <p:spPr/>
        <p:txBody>
          <a:bodyPr/>
          <a:lstStyle/>
          <a:p>
            <a:r>
              <a:rPr lang="en-US" dirty="0"/>
              <a:t>Introduction</a:t>
            </a:r>
          </a:p>
        </p:txBody>
      </p:sp>
      <p:sp>
        <p:nvSpPr>
          <p:cNvPr id="5" name="Content Placeholder 4">
            <a:extLst>
              <a:ext uri="{FF2B5EF4-FFF2-40B4-BE49-F238E27FC236}">
                <a16:creationId xmlns:a16="http://schemas.microsoft.com/office/drawing/2014/main" id="{BC047DDD-FCC6-465E-9F11-9E74AED32C09}"/>
              </a:ext>
            </a:extLst>
          </p:cNvPr>
          <p:cNvSpPr>
            <a:spLocks noGrp="1"/>
          </p:cNvSpPr>
          <p:nvPr>
            <p:ph idx="1"/>
          </p:nvPr>
        </p:nvSpPr>
        <p:spPr/>
        <p:txBody>
          <a:bodyPr>
            <a:normAutofit/>
          </a:bodyPr>
          <a:lstStyle/>
          <a:p>
            <a:r>
              <a:rPr lang="en-US" sz="2400" dirty="0"/>
              <a:t>Color characterization is important when AR/VR devices are used for research</a:t>
            </a:r>
          </a:p>
          <a:p>
            <a:pPr lvl="1"/>
            <a:r>
              <a:rPr lang="en-US" sz="2000" dirty="0"/>
              <a:t>Vision research, color science, lighting, automotive, behavior science, and cognitive science</a:t>
            </a:r>
          </a:p>
          <a:p>
            <a:endParaRPr lang="en-US" sz="2400" dirty="0"/>
          </a:p>
          <a:p>
            <a:r>
              <a:rPr lang="en-US" sz="2400" dirty="0"/>
              <a:t>Missing standard testing method for color characterization for AR/VR devices</a:t>
            </a:r>
          </a:p>
          <a:p>
            <a:pPr lvl="1"/>
            <a:r>
              <a:rPr lang="en-US" sz="2000" dirty="0"/>
              <a:t>Information Display Measurements Standard (IDMS) </a:t>
            </a:r>
          </a:p>
          <a:p>
            <a:pPr lvl="1"/>
            <a:r>
              <a:rPr lang="en-US" sz="2000" dirty="0"/>
              <a:t>International Committee for Display Metrology (ICDM) recommends many test methods for spatial resolution; </a:t>
            </a:r>
            <a:r>
              <a:rPr lang="en-US" dirty="0"/>
              <a:t>not much update on color measurement</a:t>
            </a:r>
          </a:p>
          <a:p>
            <a:pPr lvl="1"/>
            <a:r>
              <a:rPr lang="en-US" sz="2000" dirty="0"/>
              <a:t>Costly instrumentation and professional set-up are required; not practical for end users to conduct QA/QC remotely, especially during the pandemic</a:t>
            </a:r>
          </a:p>
          <a:p>
            <a:endParaRPr lang="en-US" sz="2400" dirty="0"/>
          </a:p>
          <a:p>
            <a:r>
              <a:rPr lang="en-US" sz="2400" dirty="0"/>
              <a:t>Research question: “Can consumer-grade instruments be used to measure color characteristics for VR devices?”</a:t>
            </a:r>
          </a:p>
          <a:p>
            <a:endParaRPr lang="en-US" sz="2400" dirty="0"/>
          </a:p>
          <a:p>
            <a:endParaRPr lang="en-US" sz="2400" dirty="0"/>
          </a:p>
          <a:p>
            <a:endParaRPr lang="en-US" sz="2400" dirty="0"/>
          </a:p>
          <a:p>
            <a:endParaRPr lang="en-US" sz="2400" dirty="0"/>
          </a:p>
          <a:p>
            <a:endParaRPr lang="en-US" sz="2400" dirty="0"/>
          </a:p>
        </p:txBody>
      </p:sp>
      <p:sp>
        <p:nvSpPr>
          <p:cNvPr id="2" name="Slide Number Placeholder 1">
            <a:extLst>
              <a:ext uri="{FF2B5EF4-FFF2-40B4-BE49-F238E27FC236}">
                <a16:creationId xmlns:a16="http://schemas.microsoft.com/office/drawing/2014/main" id="{CF15307F-4A75-C804-BBE1-CB29D304F753}"/>
              </a:ext>
            </a:extLst>
          </p:cNvPr>
          <p:cNvSpPr>
            <a:spLocks noGrp="1"/>
          </p:cNvSpPr>
          <p:nvPr>
            <p:ph type="sldNum" sz="quarter" idx="4"/>
          </p:nvPr>
        </p:nvSpPr>
        <p:spPr/>
        <p:txBody>
          <a:bodyPr/>
          <a:lstStyle/>
          <a:p>
            <a:fld id="{7D871F5F-C8AF-484B-B19A-A0CBCE8C7764}" type="slidenum">
              <a:rPr lang="en-US" smtClean="0"/>
              <a:t>2</a:t>
            </a:fld>
            <a:endParaRPr lang="en-US"/>
          </a:p>
        </p:txBody>
      </p:sp>
    </p:spTree>
    <p:extLst>
      <p:ext uri="{BB962C8B-B14F-4D97-AF65-F5344CB8AC3E}">
        <p14:creationId xmlns:p14="http://schemas.microsoft.com/office/powerpoint/2010/main" val="21625395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FBA5C9E-12B3-4216-9084-8B3EA671F7C5}"/>
              </a:ext>
            </a:extLst>
          </p:cNvPr>
          <p:cNvSpPr>
            <a:spLocks noGrp="1"/>
          </p:cNvSpPr>
          <p:nvPr>
            <p:ph type="title"/>
          </p:nvPr>
        </p:nvSpPr>
        <p:spPr/>
        <p:txBody>
          <a:bodyPr/>
          <a:lstStyle/>
          <a:p>
            <a:r>
              <a:rPr lang="en-US" dirty="0"/>
              <a:t>Overview</a:t>
            </a:r>
          </a:p>
        </p:txBody>
      </p:sp>
      <p:sp>
        <p:nvSpPr>
          <p:cNvPr id="5" name="Content Placeholder 4">
            <a:extLst>
              <a:ext uri="{FF2B5EF4-FFF2-40B4-BE49-F238E27FC236}">
                <a16:creationId xmlns:a16="http://schemas.microsoft.com/office/drawing/2014/main" id="{BC047DDD-FCC6-465E-9F11-9E74AED32C09}"/>
              </a:ext>
            </a:extLst>
          </p:cNvPr>
          <p:cNvSpPr>
            <a:spLocks noGrp="1"/>
          </p:cNvSpPr>
          <p:nvPr>
            <p:ph idx="1"/>
          </p:nvPr>
        </p:nvSpPr>
        <p:spPr>
          <a:xfrm>
            <a:off x="431801" y="924910"/>
            <a:ext cx="11345471" cy="5370909"/>
          </a:xfrm>
        </p:spPr>
        <p:txBody>
          <a:bodyPr>
            <a:normAutofit/>
          </a:bodyPr>
          <a:lstStyle/>
          <a:p>
            <a:r>
              <a:rPr lang="en-US" sz="2000" dirty="0"/>
              <a:t>Color characteristics of a VR headset</a:t>
            </a:r>
          </a:p>
          <a:p>
            <a:r>
              <a:rPr lang="en-US" sz="2000" dirty="0"/>
              <a:t>Professional-grade instrument</a:t>
            </a:r>
          </a:p>
          <a:p>
            <a:r>
              <a:rPr lang="en-US" sz="2000" dirty="0"/>
              <a:t>Measurement dataset</a:t>
            </a:r>
          </a:p>
          <a:p>
            <a:r>
              <a:rPr lang="en-US" sz="2000" dirty="0"/>
              <a:t>Consumer-grade instrument</a:t>
            </a:r>
          </a:p>
          <a:p>
            <a:r>
              <a:rPr lang="en-US" sz="2000" dirty="0"/>
              <a:t>Error analysis</a:t>
            </a:r>
          </a:p>
          <a:p>
            <a:r>
              <a:rPr lang="en-US" sz="2000" dirty="0"/>
              <a:t>Calibration method</a:t>
            </a:r>
          </a:p>
          <a:p>
            <a:endParaRPr lang="en-US" sz="2400" dirty="0"/>
          </a:p>
          <a:p>
            <a:endParaRPr lang="en-US" sz="2400" dirty="0"/>
          </a:p>
          <a:p>
            <a:endParaRPr lang="en-US" sz="2400" dirty="0"/>
          </a:p>
        </p:txBody>
      </p:sp>
      <p:sp>
        <p:nvSpPr>
          <p:cNvPr id="2" name="Slide Number Placeholder 1">
            <a:extLst>
              <a:ext uri="{FF2B5EF4-FFF2-40B4-BE49-F238E27FC236}">
                <a16:creationId xmlns:a16="http://schemas.microsoft.com/office/drawing/2014/main" id="{3021000A-9416-A52A-43B4-2C0798EBA431}"/>
              </a:ext>
            </a:extLst>
          </p:cNvPr>
          <p:cNvSpPr>
            <a:spLocks noGrp="1"/>
          </p:cNvSpPr>
          <p:nvPr>
            <p:ph type="sldNum" sz="quarter" idx="4"/>
          </p:nvPr>
        </p:nvSpPr>
        <p:spPr/>
        <p:txBody>
          <a:bodyPr/>
          <a:lstStyle/>
          <a:p>
            <a:fld id="{7D871F5F-C8AF-484B-B19A-A0CBCE8C7764}" type="slidenum">
              <a:rPr lang="en-US" smtClean="0"/>
              <a:t>3</a:t>
            </a:fld>
            <a:endParaRPr lang="en-US"/>
          </a:p>
        </p:txBody>
      </p:sp>
      <p:grpSp>
        <p:nvGrpSpPr>
          <p:cNvPr id="3" name="Group 2">
            <a:extLst>
              <a:ext uri="{FF2B5EF4-FFF2-40B4-BE49-F238E27FC236}">
                <a16:creationId xmlns:a16="http://schemas.microsoft.com/office/drawing/2014/main" id="{45FB561B-8C46-3116-D90C-A1C537D6023A}"/>
              </a:ext>
            </a:extLst>
          </p:cNvPr>
          <p:cNvGrpSpPr/>
          <p:nvPr/>
        </p:nvGrpSpPr>
        <p:grpSpPr>
          <a:xfrm>
            <a:off x="867913" y="3620535"/>
            <a:ext cx="10490967" cy="2675284"/>
            <a:chOff x="867913" y="3620535"/>
            <a:chExt cx="10490967" cy="2675284"/>
          </a:xfrm>
        </p:grpSpPr>
        <p:sp>
          <p:nvSpPr>
            <p:cNvPr id="34" name="TextBox 33">
              <a:extLst>
                <a:ext uri="{FF2B5EF4-FFF2-40B4-BE49-F238E27FC236}">
                  <a16:creationId xmlns:a16="http://schemas.microsoft.com/office/drawing/2014/main" id="{2562BC5F-68B6-978D-DB66-4C8BF2D5C92A}"/>
                </a:ext>
              </a:extLst>
            </p:cNvPr>
            <p:cNvSpPr txBox="1"/>
            <p:nvPr/>
          </p:nvSpPr>
          <p:spPr>
            <a:xfrm>
              <a:off x="867913" y="4371282"/>
              <a:ext cx="904240" cy="369332"/>
            </a:xfrm>
            <a:prstGeom prst="rect">
              <a:avLst/>
            </a:prstGeom>
            <a:noFill/>
            <a:ln>
              <a:solidFill>
                <a:schemeClr val="tx1"/>
              </a:solidFill>
            </a:ln>
          </p:spPr>
          <p:txBody>
            <a:bodyPr wrap="square" rtlCol="0">
              <a:spAutoFit/>
            </a:bodyPr>
            <a:lstStyle/>
            <a:p>
              <a:pPr algn="ctr"/>
              <a:r>
                <a:rPr lang="en-US" dirty="0"/>
                <a:t>VR</a:t>
              </a:r>
            </a:p>
          </p:txBody>
        </p:sp>
        <p:sp>
          <p:nvSpPr>
            <p:cNvPr id="35" name="TextBox 34">
              <a:extLst>
                <a:ext uri="{FF2B5EF4-FFF2-40B4-BE49-F238E27FC236}">
                  <a16:creationId xmlns:a16="http://schemas.microsoft.com/office/drawing/2014/main" id="{2A172D51-6E26-EC6B-9E55-9B6498DEA8C2}"/>
                </a:ext>
              </a:extLst>
            </p:cNvPr>
            <p:cNvSpPr txBox="1"/>
            <p:nvPr/>
          </p:nvSpPr>
          <p:spPr>
            <a:xfrm>
              <a:off x="3003137" y="3620535"/>
              <a:ext cx="2043784" cy="369332"/>
            </a:xfrm>
            <a:prstGeom prst="rect">
              <a:avLst/>
            </a:prstGeom>
            <a:noFill/>
            <a:ln>
              <a:solidFill>
                <a:schemeClr val="tx1"/>
              </a:solidFill>
            </a:ln>
          </p:spPr>
          <p:txBody>
            <a:bodyPr wrap="square" rtlCol="0">
              <a:spAutoFit/>
            </a:bodyPr>
            <a:lstStyle/>
            <a:p>
              <a:pPr algn="ctr"/>
              <a:r>
                <a:rPr lang="en-US" dirty="0"/>
                <a:t>Professional</a:t>
              </a:r>
            </a:p>
          </p:txBody>
        </p:sp>
        <p:sp>
          <p:nvSpPr>
            <p:cNvPr id="36" name="TextBox 35">
              <a:extLst>
                <a:ext uri="{FF2B5EF4-FFF2-40B4-BE49-F238E27FC236}">
                  <a16:creationId xmlns:a16="http://schemas.microsoft.com/office/drawing/2014/main" id="{FDBBA5A8-6EBA-D072-DFD5-A2AF3AD7A910}"/>
                </a:ext>
              </a:extLst>
            </p:cNvPr>
            <p:cNvSpPr txBox="1"/>
            <p:nvPr/>
          </p:nvSpPr>
          <p:spPr>
            <a:xfrm>
              <a:off x="3003137" y="5302873"/>
              <a:ext cx="2043784" cy="369332"/>
            </a:xfrm>
            <a:prstGeom prst="rect">
              <a:avLst/>
            </a:prstGeom>
            <a:noFill/>
            <a:ln>
              <a:solidFill>
                <a:schemeClr val="tx1"/>
              </a:solidFill>
            </a:ln>
          </p:spPr>
          <p:txBody>
            <a:bodyPr wrap="square" rtlCol="0">
              <a:spAutoFit/>
            </a:bodyPr>
            <a:lstStyle/>
            <a:p>
              <a:pPr algn="ctr"/>
              <a:r>
                <a:rPr lang="en-US" dirty="0"/>
                <a:t>Consumer</a:t>
              </a:r>
            </a:p>
          </p:txBody>
        </p:sp>
        <p:sp>
          <p:nvSpPr>
            <p:cNvPr id="41" name="TextBox 40">
              <a:extLst>
                <a:ext uri="{FF2B5EF4-FFF2-40B4-BE49-F238E27FC236}">
                  <a16:creationId xmlns:a16="http://schemas.microsoft.com/office/drawing/2014/main" id="{93BC7E84-B965-80AE-FED3-80A0A3143195}"/>
                </a:ext>
              </a:extLst>
            </p:cNvPr>
            <p:cNvSpPr txBox="1"/>
            <p:nvPr/>
          </p:nvSpPr>
          <p:spPr>
            <a:xfrm>
              <a:off x="10619563" y="4371282"/>
              <a:ext cx="739317" cy="369332"/>
            </a:xfrm>
            <a:prstGeom prst="rect">
              <a:avLst/>
            </a:prstGeom>
            <a:noFill/>
            <a:ln>
              <a:noFill/>
            </a:ln>
          </p:spPr>
          <p:txBody>
            <a:bodyPr wrap="square" rtlCol="0">
              <a:spAutoFit/>
            </a:bodyPr>
            <a:lstStyle/>
            <a:p>
              <a:pPr algn="ctr"/>
              <a:r>
                <a:rPr lang="en-US" dirty="0"/>
                <a:t>Error</a:t>
              </a:r>
            </a:p>
          </p:txBody>
        </p:sp>
        <p:cxnSp>
          <p:nvCxnSpPr>
            <p:cNvPr id="42" name="Straight Arrow Connector 41">
              <a:extLst>
                <a:ext uri="{FF2B5EF4-FFF2-40B4-BE49-F238E27FC236}">
                  <a16:creationId xmlns:a16="http://schemas.microsoft.com/office/drawing/2014/main" id="{C66B123A-6952-DEAA-A9D9-DFE9CF1B2156}"/>
                </a:ext>
              </a:extLst>
            </p:cNvPr>
            <p:cNvCxnSpPr>
              <a:cxnSpLocks/>
              <a:stCxn id="34" idx="3"/>
              <a:endCxn id="35" idx="1"/>
            </p:cNvCxnSpPr>
            <p:nvPr/>
          </p:nvCxnSpPr>
          <p:spPr>
            <a:xfrm flipV="1">
              <a:off x="1772153" y="3805201"/>
              <a:ext cx="1230984" cy="750747"/>
            </a:xfrm>
            <a:prstGeom prst="straightConnector1">
              <a:avLst/>
            </a:prstGeom>
            <a:ln w="19050">
              <a:solidFill>
                <a:schemeClr val="tx1"/>
              </a:solidFill>
              <a:tailEnd type="stealth"/>
            </a:ln>
            <a:effectLst/>
          </p:spPr>
          <p:style>
            <a:lnRef idx="2">
              <a:schemeClr val="accent1"/>
            </a:lnRef>
            <a:fillRef idx="0">
              <a:schemeClr val="accent1"/>
            </a:fillRef>
            <a:effectRef idx="1">
              <a:schemeClr val="accent1"/>
            </a:effectRef>
            <a:fontRef idx="minor">
              <a:schemeClr val="tx1"/>
            </a:fontRef>
          </p:style>
        </p:cxnSp>
        <p:cxnSp>
          <p:nvCxnSpPr>
            <p:cNvPr id="43" name="Straight Arrow Connector 42">
              <a:extLst>
                <a:ext uri="{FF2B5EF4-FFF2-40B4-BE49-F238E27FC236}">
                  <a16:creationId xmlns:a16="http://schemas.microsoft.com/office/drawing/2014/main" id="{E8DC2335-46AE-EE18-38A1-B7E122964469}"/>
                </a:ext>
              </a:extLst>
            </p:cNvPr>
            <p:cNvCxnSpPr>
              <a:cxnSpLocks/>
              <a:stCxn id="34" idx="3"/>
              <a:endCxn id="36" idx="1"/>
            </p:cNvCxnSpPr>
            <p:nvPr/>
          </p:nvCxnSpPr>
          <p:spPr>
            <a:xfrm>
              <a:off x="1772153" y="4555948"/>
              <a:ext cx="1230984" cy="931591"/>
            </a:xfrm>
            <a:prstGeom prst="straightConnector1">
              <a:avLst/>
            </a:prstGeom>
            <a:ln w="19050">
              <a:solidFill>
                <a:schemeClr val="tx1"/>
              </a:solidFill>
              <a:tailEnd type="stealth"/>
            </a:ln>
            <a:effectLst/>
          </p:spPr>
          <p:style>
            <a:lnRef idx="2">
              <a:schemeClr val="accent1"/>
            </a:lnRef>
            <a:fillRef idx="0">
              <a:schemeClr val="accent1"/>
            </a:fillRef>
            <a:effectRef idx="1">
              <a:schemeClr val="accent1"/>
            </a:effectRef>
            <a:fontRef idx="minor">
              <a:schemeClr val="tx1"/>
            </a:fontRef>
          </p:style>
        </p:cxnSp>
        <p:cxnSp>
          <p:nvCxnSpPr>
            <p:cNvPr id="46" name="Straight Arrow Connector 45">
              <a:extLst>
                <a:ext uri="{FF2B5EF4-FFF2-40B4-BE49-F238E27FC236}">
                  <a16:creationId xmlns:a16="http://schemas.microsoft.com/office/drawing/2014/main" id="{2357FC8B-1AE8-D3C1-3F2B-D74CF5C27EB2}"/>
                </a:ext>
              </a:extLst>
            </p:cNvPr>
            <p:cNvCxnSpPr>
              <a:cxnSpLocks/>
              <a:stCxn id="35" idx="3"/>
              <a:endCxn id="74" idx="1"/>
            </p:cNvCxnSpPr>
            <p:nvPr/>
          </p:nvCxnSpPr>
          <p:spPr>
            <a:xfrm>
              <a:off x="5046921" y="3805201"/>
              <a:ext cx="1596832" cy="0"/>
            </a:xfrm>
            <a:prstGeom prst="straightConnector1">
              <a:avLst/>
            </a:prstGeom>
            <a:ln w="19050">
              <a:solidFill>
                <a:schemeClr val="tx1"/>
              </a:solidFill>
              <a:tailEnd type="stealth"/>
            </a:ln>
            <a:effectLst/>
          </p:spPr>
          <p:style>
            <a:lnRef idx="2">
              <a:schemeClr val="accent1"/>
            </a:lnRef>
            <a:fillRef idx="0">
              <a:schemeClr val="accent1"/>
            </a:fillRef>
            <a:effectRef idx="1">
              <a:schemeClr val="accent1"/>
            </a:effectRef>
            <a:fontRef idx="minor">
              <a:schemeClr val="tx1"/>
            </a:fontRef>
          </p:style>
        </p:cxnSp>
        <p:cxnSp>
          <p:nvCxnSpPr>
            <p:cNvPr id="47" name="Straight Arrow Connector 46">
              <a:extLst>
                <a:ext uri="{FF2B5EF4-FFF2-40B4-BE49-F238E27FC236}">
                  <a16:creationId xmlns:a16="http://schemas.microsoft.com/office/drawing/2014/main" id="{878BEA9C-78A7-DE7C-B487-21B754C54C63}"/>
                </a:ext>
              </a:extLst>
            </p:cNvPr>
            <p:cNvCxnSpPr>
              <a:cxnSpLocks/>
              <a:stCxn id="36" idx="3"/>
            </p:cNvCxnSpPr>
            <p:nvPr/>
          </p:nvCxnSpPr>
          <p:spPr>
            <a:xfrm>
              <a:off x="5046921" y="5487539"/>
              <a:ext cx="1465639" cy="0"/>
            </a:xfrm>
            <a:prstGeom prst="straightConnector1">
              <a:avLst/>
            </a:prstGeom>
            <a:ln w="19050">
              <a:solidFill>
                <a:schemeClr val="tx1"/>
              </a:solidFill>
              <a:tailEnd type="stealth"/>
            </a:ln>
            <a:effectLst/>
          </p:spPr>
          <p:style>
            <a:lnRef idx="2">
              <a:schemeClr val="accent1"/>
            </a:lnRef>
            <a:fillRef idx="0">
              <a:schemeClr val="accent1"/>
            </a:fillRef>
            <a:effectRef idx="1">
              <a:schemeClr val="accent1"/>
            </a:effectRef>
            <a:fontRef idx="minor">
              <a:schemeClr val="tx1"/>
            </a:fontRef>
          </p:style>
        </p:cxnSp>
        <p:cxnSp>
          <p:nvCxnSpPr>
            <p:cNvPr id="48" name="Straight Arrow Connector 47">
              <a:extLst>
                <a:ext uri="{FF2B5EF4-FFF2-40B4-BE49-F238E27FC236}">
                  <a16:creationId xmlns:a16="http://schemas.microsoft.com/office/drawing/2014/main" id="{0E677D4F-1D38-274F-2467-B130D427BAC2}"/>
                </a:ext>
              </a:extLst>
            </p:cNvPr>
            <p:cNvCxnSpPr>
              <a:cxnSpLocks/>
              <a:endCxn id="41" idx="1"/>
            </p:cNvCxnSpPr>
            <p:nvPr/>
          </p:nvCxnSpPr>
          <p:spPr>
            <a:xfrm>
              <a:off x="9723120" y="3804755"/>
              <a:ext cx="896443" cy="751193"/>
            </a:xfrm>
            <a:prstGeom prst="straightConnector1">
              <a:avLst/>
            </a:prstGeom>
            <a:ln w="19050">
              <a:solidFill>
                <a:schemeClr val="tx1"/>
              </a:solidFill>
              <a:tailEnd type="stealth"/>
            </a:ln>
            <a:effectLst/>
          </p:spPr>
          <p:style>
            <a:lnRef idx="2">
              <a:schemeClr val="accent1"/>
            </a:lnRef>
            <a:fillRef idx="0">
              <a:schemeClr val="accent1"/>
            </a:fillRef>
            <a:effectRef idx="1">
              <a:schemeClr val="accent1"/>
            </a:effectRef>
            <a:fontRef idx="minor">
              <a:schemeClr val="tx1"/>
            </a:fontRef>
          </p:style>
        </p:cxnSp>
        <p:cxnSp>
          <p:nvCxnSpPr>
            <p:cNvPr id="49" name="Straight Arrow Connector 48">
              <a:extLst>
                <a:ext uri="{FF2B5EF4-FFF2-40B4-BE49-F238E27FC236}">
                  <a16:creationId xmlns:a16="http://schemas.microsoft.com/office/drawing/2014/main" id="{CB316B7E-9055-2A1D-47B7-612B9F0A6096}"/>
                </a:ext>
              </a:extLst>
            </p:cNvPr>
            <p:cNvCxnSpPr>
              <a:cxnSpLocks/>
              <a:endCxn id="41" idx="1"/>
            </p:cNvCxnSpPr>
            <p:nvPr/>
          </p:nvCxnSpPr>
          <p:spPr>
            <a:xfrm flipV="1">
              <a:off x="9785704" y="4555948"/>
              <a:ext cx="833859" cy="931591"/>
            </a:xfrm>
            <a:prstGeom prst="straightConnector1">
              <a:avLst/>
            </a:prstGeom>
            <a:ln w="19050">
              <a:solidFill>
                <a:schemeClr val="tx1"/>
              </a:solidFill>
              <a:tailEnd type="stealth"/>
            </a:ln>
            <a:effectLst/>
          </p:spPr>
          <p:style>
            <a:lnRef idx="2">
              <a:schemeClr val="accent1"/>
            </a:lnRef>
            <a:fillRef idx="0">
              <a:schemeClr val="accent1"/>
            </a:fillRef>
            <a:effectRef idx="1">
              <a:schemeClr val="accent1"/>
            </a:effectRef>
            <a:fontRef idx="minor">
              <a:schemeClr val="tx1"/>
            </a:fontRef>
          </p:style>
        </p:cxnSp>
        <p:cxnSp>
          <p:nvCxnSpPr>
            <p:cNvPr id="64" name="Straight Arrow Connector 63">
              <a:extLst>
                <a:ext uri="{FF2B5EF4-FFF2-40B4-BE49-F238E27FC236}">
                  <a16:creationId xmlns:a16="http://schemas.microsoft.com/office/drawing/2014/main" id="{48C1C593-4A23-7B20-EAA7-269193230766}"/>
                </a:ext>
              </a:extLst>
            </p:cNvPr>
            <p:cNvCxnSpPr>
              <a:cxnSpLocks/>
            </p:cNvCxnSpPr>
            <p:nvPr/>
          </p:nvCxnSpPr>
          <p:spPr>
            <a:xfrm flipV="1">
              <a:off x="7741920" y="5486181"/>
              <a:ext cx="1896317" cy="1358"/>
            </a:xfrm>
            <a:prstGeom prst="straightConnector1">
              <a:avLst/>
            </a:prstGeom>
            <a:ln w="19050">
              <a:solidFill>
                <a:schemeClr val="tx1"/>
              </a:solidFill>
              <a:tailEnd type="stealth"/>
            </a:ln>
            <a:effectLst/>
          </p:spPr>
          <p:style>
            <a:lnRef idx="2">
              <a:schemeClr val="accent1"/>
            </a:lnRef>
            <a:fillRef idx="0">
              <a:schemeClr val="accent1"/>
            </a:fillRef>
            <a:effectRef idx="1">
              <a:schemeClr val="accent1"/>
            </a:effectRef>
            <a:fontRef idx="minor">
              <a:schemeClr val="tx1"/>
            </a:fontRef>
          </p:style>
        </p:cxnSp>
        <p:sp>
          <p:nvSpPr>
            <p:cNvPr id="74" name="TextBox 73">
              <a:extLst>
                <a:ext uri="{FF2B5EF4-FFF2-40B4-BE49-F238E27FC236}">
                  <a16:creationId xmlns:a16="http://schemas.microsoft.com/office/drawing/2014/main" id="{DFD371B9-7F0E-E69B-1FC2-CC22E2868BB2}"/>
                </a:ext>
              </a:extLst>
            </p:cNvPr>
            <p:cNvSpPr txBox="1"/>
            <p:nvPr/>
          </p:nvSpPr>
          <p:spPr>
            <a:xfrm>
              <a:off x="6643753" y="3620535"/>
              <a:ext cx="896443" cy="369332"/>
            </a:xfrm>
            <a:prstGeom prst="rect">
              <a:avLst/>
            </a:prstGeom>
            <a:noFill/>
            <a:ln>
              <a:noFill/>
            </a:ln>
          </p:spPr>
          <p:txBody>
            <a:bodyPr wrap="square" rtlCol="0">
              <a:spAutoFit/>
            </a:bodyPr>
            <a:lstStyle/>
            <a:p>
              <a:pPr algn="ctr"/>
              <a:r>
                <a:rPr lang="en-US" dirty="0"/>
                <a:t>Truth</a:t>
              </a:r>
            </a:p>
          </p:txBody>
        </p:sp>
        <p:cxnSp>
          <p:nvCxnSpPr>
            <p:cNvPr id="76" name="Straight Arrow Connector 75">
              <a:extLst>
                <a:ext uri="{FF2B5EF4-FFF2-40B4-BE49-F238E27FC236}">
                  <a16:creationId xmlns:a16="http://schemas.microsoft.com/office/drawing/2014/main" id="{1809BF68-3DD6-B508-960B-F37A50B435C8}"/>
                </a:ext>
              </a:extLst>
            </p:cNvPr>
            <p:cNvCxnSpPr>
              <a:cxnSpLocks/>
              <a:stCxn id="74" idx="3"/>
            </p:cNvCxnSpPr>
            <p:nvPr/>
          </p:nvCxnSpPr>
          <p:spPr>
            <a:xfrm>
              <a:off x="7540196" y="3805201"/>
              <a:ext cx="2098041" cy="7094"/>
            </a:xfrm>
            <a:prstGeom prst="straightConnector1">
              <a:avLst/>
            </a:prstGeom>
            <a:ln w="19050">
              <a:solidFill>
                <a:schemeClr val="tx1"/>
              </a:solidFill>
              <a:tailEnd type="stealth"/>
            </a:ln>
            <a:effectLst/>
          </p:spPr>
          <p:style>
            <a:lnRef idx="2">
              <a:schemeClr val="accent1"/>
            </a:lnRef>
            <a:fillRef idx="0">
              <a:schemeClr val="accent1"/>
            </a:fillRef>
            <a:effectRef idx="1">
              <a:schemeClr val="accent1"/>
            </a:effectRef>
            <a:fontRef idx="minor">
              <a:schemeClr val="tx1"/>
            </a:fontRef>
          </p:style>
        </p:cxnSp>
        <p:sp>
          <p:nvSpPr>
            <p:cNvPr id="88" name="TextBox 87">
              <a:extLst>
                <a:ext uri="{FF2B5EF4-FFF2-40B4-BE49-F238E27FC236}">
                  <a16:creationId xmlns:a16="http://schemas.microsoft.com/office/drawing/2014/main" id="{551F25FB-ACD1-E467-D3CE-0AD9BB41C680}"/>
                </a:ext>
              </a:extLst>
            </p:cNvPr>
            <p:cNvSpPr txBox="1"/>
            <p:nvPr/>
          </p:nvSpPr>
          <p:spPr>
            <a:xfrm>
              <a:off x="6512560" y="5926487"/>
              <a:ext cx="1229360" cy="369332"/>
            </a:xfrm>
            <a:prstGeom prst="rect">
              <a:avLst/>
            </a:prstGeom>
            <a:noFill/>
            <a:ln>
              <a:solidFill>
                <a:schemeClr val="tx1">
                  <a:alpha val="94000"/>
                </a:schemeClr>
              </a:solidFill>
            </a:ln>
          </p:spPr>
          <p:txBody>
            <a:bodyPr wrap="square" rtlCol="0">
              <a:spAutoFit/>
            </a:bodyPr>
            <a:lstStyle/>
            <a:p>
              <a:pPr algn="ctr"/>
              <a:r>
                <a:rPr lang="en-US" dirty="0"/>
                <a:t>Calibration</a:t>
              </a:r>
            </a:p>
          </p:txBody>
        </p:sp>
        <p:sp>
          <p:nvSpPr>
            <p:cNvPr id="89" name="TextBox 88">
              <a:extLst>
                <a:ext uri="{FF2B5EF4-FFF2-40B4-BE49-F238E27FC236}">
                  <a16:creationId xmlns:a16="http://schemas.microsoft.com/office/drawing/2014/main" id="{EF0D0DF2-4589-B77A-39DE-09E271F02D65}"/>
                </a:ext>
              </a:extLst>
            </p:cNvPr>
            <p:cNvSpPr txBox="1"/>
            <p:nvPr/>
          </p:nvSpPr>
          <p:spPr>
            <a:xfrm>
              <a:off x="6643753" y="5245622"/>
              <a:ext cx="896443" cy="369332"/>
            </a:xfrm>
            <a:prstGeom prst="rect">
              <a:avLst/>
            </a:prstGeom>
            <a:noFill/>
            <a:ln>
              <a:noFill/>
            </a:ln>
          </p:spPr>
          <p:txBody>
            <a:bodyPr wrap="square" rtlCol="0">
              <a:spAutoFit/>
            </a:bodyPr>
            <a:lstStyle/>
            <a:p>
              <a:pPr algn="ctr"/>
              <a:r>
                <a:rPr lang="en-US" dirty="0"/>
                <a:t>Output</a:t>
              </a:r>
            </a:p>
          </p:txBody>
        </p:sp>
        <p:cxnSp>
          <p:nvCxnSpPr>
            <p:cNvPr id="91" name="Connector: Elbow 90">
              <a:extLst>
                <a:ext uri="{FF2B5EF4-FFF2-40B4-BE49-F238E27FC236}">
                  <a16:creationId xmlns:a16="http://schemas.microsoft.com/office/drawing/2014/main" id="{6969F936-CAA0-C8B9-8377-7D307DD45010}"/>
                </a:ext>
              </a:extLst>
            </p:cNvPr>
            <p:cNvCxnSpPr>
              <a:cxnSpLocks/>
              <a:endCxn id="88" idx="1"/>
            </p:cNvCxnSpPr>
            <p:nvPr/>
          </p:nvCxnSpPr>
          <p:spPr>
            <a:xfrm rot="16200000" flipH="1">
              <a:off x="5932484" y="5531077"/>
              <a:ext cx="624970" cy="535182"/>
            </a:xfrm>
            <a:prstGeom prst="bentConnector2">
              <a:avLst/>
            </a:prstGeom>
            <a:ln>
              <a:solidFill>
                <a:schemeClr val="tx1"/>
              </a:solidFill>
              <a:prstDash val="sysDash"/>
              <a:tailEnd type="triangle"/>
            </a:ln>
            <a:effectLst/>
          </p:spPr>
          <p:style>
            <a:lnRef idx="2">
              <a:schemeClr val="accent1"/>
            </a:lnRef>
            <a:fillRef idx="0">
              <a:schemeClr val="accent1"/>
            </a:fillRef>
            <a:effectRef idx="1">
              <a:schemeClr val="accent1"/>
            </a:effectRef>
            <a:fontRef idx="minor">
              <a:schemeClr val="tx1"/>
            </a:fontRef>
          </p:style>
        </p:cxnSp>
        <p:cxnSp>
          <p:nvCxnSpPr>
            <p:cNvPr id="94" name="Connector: Elbow 93">
              <a:extLst>
                <a:ext uri="{FF2B5EF4-FFF2-40B4-BE49-F238E27FC236}">
                  <a16:creationId xmlns:a16="http://schemas.microsoft.com/office/drawing/2014/main" id="{F158BD8B-5EE1-936C-9EA5-FE079A7ADAE4}"/>
                </a:ext>
              </a:extLst>
            </p:cNvPr>
            <p:cNvCxnSpPr>
              <a:cxnSpLocks/>
              <a:stCxn id="88" idx="3"/>
            </p:cNvCxnSpPr>
            <p:nvPr/>
          </p:nvCxnSpPr>
          <p:spPr>
            <a:xfrm flipV="1">
              <a:off x="7741920" y="5458235"/>
              <a:ext cx="475121" cy="652918"/>
            </a:xfrm>
            <a:prstGeom prst="bentConnector2">
              <a:avLst/>
            </a:prstGeom>
            <a:ln>
              <a:solidFill>
                <a:schemeClr val="tx1"/>
              </a:solidFill>
              <a:prstDash val="sysDash"/>
              <a:tailEnd type="triangle"/>
            </a:ln>
            <a:effectLst/>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15003282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FBA5C9E-12B3-4216-9084-8B3EA671F7C5}"/>
              </a:ext>
            </a:extLst>
          </p:cNvPr>
          <p:cNvSpPr>
            <a:spLocks noGrp="1"/>
          </p:cNvSpPr>
          <p:nvPr>
            <p:ph type="title"/>
          </p:nvPr>
        </p:nvSpPr>
        <p:spPr/>
        <p:txBody>
          <a:bodyPr/>
          <a:lstStyle/>
          <a:p>
            <a:r>
              <a:rPr lang="en-US" dirty="0"/>
              <a:t>Professional-grade Instrument</a:t>
            </a:r>
          </a:p>
        </p:txBody>
      </p:sp>
      <p:sp>
        <p:nvSpPr>
          <p:cNvPr id="5" name="Content Placeholder 4">
            <a:extLst>
              <a:ext uri="{FF2B5EF4-FFF2-40B4-BE49-F238E27FC236}">
                <a16:creationId xmlns:a16="http://schemas.microsoft.com/office/drawing/2014/main" id="{BC047DDD-FCC6-465E-9F11-9E74AED32C09}"/>
              </a:ext>
            </a:extLst>
          </p:cNvPr>
          <p:cNvSpPr>
            <a:spLocks noGrp="1"/>
          </p:cNvSpPr>
          <p:nvPr>
            <p:ph idx="1"/>
          </p:nvPr>
        </p:nvSpPr>
        <p:spPr>
          <a:xfrm>
            <a:off x="431802" y="1115959"/>
            <a:ext cx="7021944" cy="4881688"/>
          </a:xfrm>
        </p:spPr>
        <p:txBody>
          <a:bodyPr>
            <a:normAutofit/>
          </a:bodyPr>
          <a:lstStyle/>
          <a:p>
            <a:r>
              <a:rPr lang="en-US" sz="2400" dirty="0"/>
              <a:t>Spectroradiometer (PR-730, Photo Research)</a:t>
            </a:r>
          </a:p>
          <a:p>
            <a:pPr lvl="1"/>
            <a:r>
              <a:rPr lang="en-US" sz="2000" dirty="0"/>
              <a:t>380-780 nm @ 1 nm, 75 mm lens, 2</a:t>
            </a:r>
            <a:r>
              <a:rPr lang="he-IL" sz="2000" dirty="0">
                <a:latin typeface="Calibri" panose="020F0502020204030204" pitchFamily="34" charset="0"/>
                <a:cs typeface="Calibri" panose="020F0502020204030204" pitchFamily="34" charset="0"/>
              </a:rPr>
              <a:t>֯</a:t>
            </a:r>
            <a:r>
              <a:rPr lang="en-US" sz="2000" dirty="0"/>
              <a:t> measuring aperture</a:t>
            </a:r>
          </a:p>
          <a:p>
            <a:pPr lvl="1"/>
            <a:r>
              <a:rPr lang="en-US" sz="2000" dirty="0"/>
              <a:t>$25,000</a:t>
            </a:r>
          </a:p>
          <a:p>
            <a:r>
              <a:rPr lang="en-US" sz="2400" dirty="0"/>
              <a:t>Telescopic measurement method</a:t>
            </a:r>
          </a:p>
          <a:p>
            <a:r>
              <a:rPr lang="en-US" sz="2400" dirty="0"/>
              <a:t>Newtonian viewing configuration</a:t>
            </a:r>
          </a:p>
          <a:p>
            <a:pPr lvl="1"/>
            <a:r>
              <a:rPr lang="en-US" sz="2000" dirty="0"/>
              <a:t>No optics between headset and instrument</a:t>
            </a:r>
          </a:p>
          <a:p>
            <a:r>
              <a:rPr lang="en-US" sz="2400" dirty="0"/>
              <a:t>Criteria*</a:t>
            </a:r>
          </a:p>
          <a:p>
            <a:pPr lvl="1"/>
            <a:r>
              <a:rPr lang="en-US" sz="2000" dirty="0"/>
              <a:t>Light source uniformly fills the measurement field</a:t>
            </a:r>
          </a:p>
          <a:p>
            <a:pPr lvl="1"/>
            <a:r>
              <a:rPr lang="en-US" sz="2000" dirty="0"/>
              <a:t>Angular aperture is uniformly illuminated and fills the entrance pupil</a:t>
            </a:r>
          </a:p>
          <a:p>
            <a:pPr lvl="1"/>
            <a:endParaRPr lang="en-US" sz="2000" dirty="0"/>
          </a:p>
        </p:txBody>
      </p:sp>
      <p:pic>
        <p:nvPicPr>
          <p:cNvPr id="1026" name="Picture 2">
            <a:extLst>
              <a:ext uri="{FF2B5EF4-FFF2-40B4-BE49-F238E27FC236}">
                <a16:creationId xmlns:a16="http://schemas.microsoft.com/office/drawing/2014/main" id="{431D05F3-2D64-F385-FF4F-3DB3BA02ABD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36830"/>
          <a:stretch/>
        </p:blipFill>
        <p:spPr bwMode="auto">
          <a:xfrm>
            <a:off x="7041354" y="3682024"/>
            <a:ext cx="4275493" cy="2569854"/>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1F8404A2-CD5B-C25B-D497-CF8B8EF6A3A6}"/>
              </a:ext>
            </a:extLst>
          </p:cNvPr>
          <p:cNvSpPr txBox="1"/>
          <p:nvPr/>
        </p:nvSpPr>
        <p:spPr>
          <a:xfrm>
            <a:off x="-1391693" y="5860298"/>
            <a:ext cx="4702036" cy="369332"/>
          </a:xfrm>
          <a:prstGeom prst="rect">
            <a:avLst/>
          </a:prstGeom>
          <a:noFill/>
        </p:spPr>
        <p:txBody>
          <a:bodyPr wrap="square">
            <a:spAutoFit/>
          </a:bodyPr>
          <a:lstStyle/>
          <a:p>
            <a:pPr lvl="1" algn="r"/>
            <a:r>
              <a:rPr lang="en-US" dirty="0"/>
              <a:t>*</a:t>
            </a:r>
            <a:r>
              <a:rPr lang="en-US" dirty="0" err="1"/>
              <a:t>Penczek</a:t>
            </a:r>
            <a:r>
              <a:rPr lang="en-US" dirty="0"/>
              <a:t>, JSID, 25(4), 2017</a:t>
            </a:r>
          </a:p>
        </p:txBody>
      </p:sp>
      <p:pic>
        <p:nvPicPr>
          <p:cNvPr id="8" name="Picture 7" descr="A picture containing different&#10;&#10;Description automatically generated">
            <a:extLst>
              <a:ext uri="{FF2B5EF4-FFF2-40B4-BE49-F238E27FC236}">
                <a16:creationId xmlns:a16="http://schemas.microsoft.com/office/drawing/2014/main" id="{E6F6C805-35C6-21C6-0C5A-9F3FCB434094}"/>
              </a:ext>
            </a:extLst>
          </p:cNvPr>
          <p:cNvPicPr>
            <a:picLocks noChangeAspect="1"/>
          </p:cNvPicPr>
          <p:nvPr/>
        </p:nvPicPr>
        <p:blipFill>
          <a:blip r:embed="rId3"/>
          <a:stretch>
            <a:fillRect/>
          </a:stretch>
        </p:blipFill>
        <p:spPr>
          <a:xfrm rot="10800000">
            <a:off x="7351458" y="1259121"/>
            <a:ext cx="3061855" cy="2296391"/>
          </a:xfrm>
          <a:prstGeom prst="rect">
            <a:avLst/>
          </a:prstGeom>
        </p:spPr>
      </p:pic>
      <p:sp>
        <p:nvSpPr>
          <p:cNvPr id="2" name="Slide Number Placeholder 1">
            <a:extLst>
              <a:ext uri="{FF2B5EF4-FFF2-40B4-BE49-F238E27FC236}">
                <a16:creationId xmlns:a16="http://schemas.microsoft.com/office/drawing/2014/main" id="{84572476-6C99-0981-6B57-A313B66A29A6}"/>
              </a:ext>
            </a:extLst>
          </p:cNvPr>
          <p:cNvSpPr>
            <a:spLocks noGrp="1"/>
          </p:cNvSpPr>
          <p:nvPr>
            <p:ph type="sldNum" sz="quarter" idx="4"/>
          </p:nvPr>
        </p:nvSpPr>
        <p:spPr/>
        <p:txBody>
          <a:bodyPr/>
          <a:lstStyle/>
          <a:p>
            <a:fld id="{7D871F5F-C8AF-484B-B19A-A0CBCE8C7764}" type="slidenum">
              <a:rPr lang="en-US" smtClean="0"/>
              <a:t>4</a:t>
            </a:fld>
            <a:endParaRPr lang="en-US"/>
          </a:p>
        </p:txBody>
      </p:sp>
    </p:spTree>
    <p:extLst>
      <p:ext uri="{BB962C8B-B14F-4D97-AF65-F5344CB8AC3E}">
        <p14:creationId xmlns:p14="http://schemas.microsoft.com/office/powerpoint/2010/main" val="39653215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FBA5C9E-12B3-4216-9084-8B3EA671F7C5}"/>
              </a:ext>
            </a:extLst>
          </p:cNvPr>
          <p:cNvSpPr>
            <a:spLocks noGrp="1"/>
          </p:cNvSpPr>
          <p:nvPr>
            <p:ph type="title"/>
          </p:nvPr>
        </p:nvSpPr>
        <p:spPr/>
        <p:txBody>
          <a:bodyPr/>
          <a:lstStyle/>
          <a:p>
            <a:r>
              <a:rPr lang="en-US" dirty="0"/>
              <a:t>Consumer-grade Instrument</a:t>
            </a:r>
          </a:p>
        </p:txBody>
      </p:sp>
      <p:sp>
        <p:nvSpPr>
          <p:cNvPr id="2" name="Content Placeholder 4">
            <a:extLst>
              <a:ext uri="{FF2B5EF4-FFF2-40B4-BE49-F238E27FC236}">
                <a16:creationId xmlns:a16="http://schemas.microsoft.com/office/drawing/2014/main" id="{020403EF-AE49-948D-6D4E-378B5B863C79}"/>
              </a:ext>
            </a:extLst>
          </p:cNvPr>
          <p:cNvSpPr txBox="1">
            <a:spLocks/>
          </p:cNvSpPr>
          <p:nvPr/>
        </p:nvSpPr>
        <p:spPr>
          <a:xfrm>
            <a:off x="431801" y="1089849"/>
            <a:ext cx="6591998" cy="4881688"/>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28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400" kern="1200">
                <a:solidFill>
                  <a:srgbClr val="0070C0"/>
                </a:solidFill>
                <a:latin typeface="+mn-lt"/>
                <a:ea typeface="+mn-ea"/>
                <a:cs typeface="+mn-cs"/>
              </a:defRPr>
            </a:lvl2pPr>
            <a:lvl3pPr marL="1143000" indent="-228600" algn="l" defTabSz="457200" rtl="0" eaLnBrk="1" latinLnBrk="0" hangingPunct="1">
              <a:spcBef>
                <a:spcPct val="20000"/>
              </a:spcBef>
              <a:buFont typeface="Arial"/>
              <a:buChar char="•"/>
              <a:defRPr sz="20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8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800" kern="1200">
                <a:solidFill>
                  <a:srgbClr val="0070C0"/>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400" dirty="0"/>
              <a:t>Spyder X Elite, </a:t>
            </a:r>
            <a:r>
              <a:rPr lang="en-US" sz="2400" dirty="0" err="1"/>
              <a:t>DataColor</a:t>
            </a:r>
            <a:endParaRPr lang="en-US" sz="2400" dirty="0"/>
          </a:p>
          <a:p>
            <a:pPr lvl="1"/>
            <a:r>
              <a:rPr lang="en-US" sz="2000" dirty="0"/>
              <a:t>Color calibration kit (</a:t>
            </a:r>
            <a:r>
              <a:rPr lang="en-US" sz="2000" b="1" u="sng" dirty="0"/>
              <a:t>CCK</a:t>
            </a:r>
            <a:r>
              <a:rPr lang="en-US" sz="2000" dirty="0"/>
              <a:t>) intended for generating ICC color profiles for computer displays</a:t>
            </a:r>
          </a:p>
          <a:p>
            <a:pPr lvl="1"/>
            <a:r>
              <a:rPr lang="en-US" sz="2000" dirty="0"/>
              <a:t>Colorimeter</a:t>
            </a:r>
          </a:p>
          <a:p>
            <a:pPr lvl="1"/>
            <a:r>
              <a:rPr lang="en-US" sz="2000" dirty="0"/>
              <a:t>$250</a:t>
            </a:r>
          </a:p>
          <a:p>
            <a:r>
              <a:rPr lang="en-US" sz="2400" dirty="0"/>
              <a:t>Contact measurement method</a:t>
            </a:r>
          </a:p>
          <a:p>
            <a:pPr lvl="1"/>
            <a:r>
              <a:rPr lang="en-US" sz="2000" dirty="0"/>
              <a:t>Sensor placed on ocular lens directly</a:t>
            </a:r>
          </a:p>
          <a:p>
            <a:pPr lvl="1"/>
            <a:endParaRPr lang="en-US" sz="2000" dirty="0"/>
          </a:p>
          <a:p>
            <a:pPr lvl="2"/>
            <a:endParaRPr lang="en-US" sz="1600" dirty="0"/>
          </a:p>
        </p:txBody>
      </p:sp>
      <p:pic>
        <p:nvPicPr>
          <p:cNvPr id="3" name="Picture 2">
            <a:extLst>
              <a:ext uri="{FF2B5EF4-FFF2-40B4-BE49-F238E27FC236}">
                <a16:creationId xmlns:a16="http://schemas.microsoft.com/office/drawing/2014/main" id="{8DA45958-D582-845A-359D-BA490CF0343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70306"/>
          <a:stretch/>
        </p:blipFill>
        <p:spPr bwMode="auto">
          <a:xfrm>
            <a:off x="7215178" y="3497153"/>
            <a:ext cx="2297050" cy="2937164"/>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20403507">
            <a:extLst>
              <a:ext uri="{FF2B5EF4-FFF2-40B4-BE49-F238E27FC236}">
                <a16:creationId xmlns:a16="http://schemas.microsoft.com/office/drawing/2014/main" id="{8E58E339-46C2-A9A2-090E-6FF3DA94F7D1}"/>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14207" y="1089849"/>
            <a:ext cx="2278408" cy="1966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Slide Number Placeholder 4">
            <a:extLst>
              <a:ext uri="{FF2B5EF4-FFF2-40B4-BE49-F238E27FC236}">
                <a16:creationId xmlns:a16="http://schemas.microsoft.com/office/drawing/2014/main" id="{94BD4ACB-53C3-C413-72CB-73CC28A38983}"/>
              </a:ext>
            </a:extLst>
          </p:cNvPr>
          <p:cNvSpPr>
            <a:spLocks noGrp="1"/>
          </p:cNvSpPr>
          <p:nvPr>
            <p:ph type="sldNum" sz="quarter" idx="4"/>
          </p:nvPr>
        </p:nvSpPr>
        <p:spPr/>
        <p:txBody>
          <a:bodyPr/>
          <a:lstStyle/>
          <a:p>
            <a:fld id="{7D871F5F-C8AF-484B-B19A-A0CBCE8C7764}" type="slidenum">
              <a:rPr lang="en-US" smtClean="0"/>
              <a:t>5</a:t>
            </a:fld>
            <a:endParaRPr lang="en-US"/>
          </a:p>
        </p:txBody>
      </p:sp>
    </p:spTree>
    <p:extLst>
      <p:ext uri="{BB962C8B-B14F-4D97-AF65-F5344CB8AC3E}">
        <p14:creationId xmlns:p14="http://schemas.microsoft.com/office/powerpoint/2010/main" val="13841937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612386-62F1-488B-8208-58917C9A7271}"/>
              </a:ext>
            </a:extLst>
          </p:cNvPr>
          <p:cNvSpPr>
            <a:spLocks noGrp="1"/>
          </p:cNvSpPr>
          <p:nvPr>
            <p:ph type="title"/>
          </p:nvPr>
        </p:nvSpPr>
        <p:spPr/>
        <p:txBody>
          <a:bodyPr/>
          <a:lstStyle/>
          <a:p>
            <a:r>
              <a:rPr lang="en-US" dirty="0"/>
              <a:t>Use CCK as a Colorimeter</a:t>
            </a:r>
          </a:p>
        </p:txBody>
      </p:sp>
      <p:grpSp>
        <p:nvGrpSpPr>
          <p:cNvPr id="4" name="Group 3">
            <a:extLst>
              <a:ext uri="{FF2B5EF4-FFF2-40B4-BE49-F238E27FC236}">
                <a16:creationId xmlns:a16="http://schemas.microsoft.com/office/drawing/2014/main" id="{87572ECF-DD87-4618-8FCB-A7EA363DAEB3}"/>
              </a:ext>
            </a:extLst>
          </p:cNvPr>
          <p:cNvGrpSpPr/>
          <p:nvPr/>
        </p:nvGrpSpPr>
        <p:grpSpPr>
          <a:xfrm>
            <a:off x="4011163" y="1069351"/>
            <a:ext cx="7749035" cy="5344940"/>
            <a:chOff x="5979695" y="2760645"/>
            <a:chExt cx="5418528" cy="3737460"/>
          </a:xfrm>
        </p:grpSpPr>
        <p:pic>
          <p:nvPicPr>
            <p:cNvPr id="6" name="Picture 5">
              <a:extLst>
                <a:ext uri="{FF2B5EF4-FFF2-40B4-BE49-F238E27FC236}">
                  <a16:creationId xmlns:a16="http://schemas.microsoft.com/office/drawing/2014/main" id="{E4C38427-CB64-49E8-9F9C-43B6B7063025}"/>
                </a:ext>
              </a:extLst>
            </p:cNvPr>
            <p:cNvPicPr>
              <a:picLocks noChangeAspect="1"/>
            </p:cNvPicPr>
            <p:nvPr/>
          </p:nvPicPr>
          <p:blipFill>
            <a:blip r:embed="rId3"/>
            <a:stretch>
              <a:fillRect/>
            </a:stretch>
          </p:blipFill>
          <p:spPr>
            <a:xfrm>
              <a:off x="6500509" y="2886181"/>
              <a:ext cx="4837609" cy="3611924"/>
            </a:xfrm>
            <a:prstGeom prst="rect">
              <a:avLst/>
            </a:prstGeom>
            <a:effectLst/>
          </p:spPr>
        </p:pic>
        <p:sp>
          <p:nvSpPr>
            <p:cNvPr id="3" name="Oval 2">
              <a:extLst>
                <a:ext uri="{FF2B5EF4-FFF2-40B4-BE49-F238E27FC236}">
                  <a16:creationId xmlns:a16="http://schemas.microsoft.com/office/drawing/2014/main" id="{E6577B41-D23E-4B64-80DE-A3C92D294AAC}"/>
                </a:ext>
              </a:extLst>
            </p:cNvPr>
            <p:cNvSpPr/>
            <p:nvPr/>
          </p:nvSpPr>
          <p:spPr>
            <a:xfrm>
              <a:off x="5979695" y="2760645"/>
              <a:ext cx="1489884" cy="502158"/>
            </a:xfrm>
            <a:prstGeom prst="ellipse">
              <a:avLst/>
            </a:prstGeom>
            <a:noFill/>
            <a:ln>
              <a:solidFill>
                <a:srgbClr val="FFC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62F828D6-7E58-45DD-AC08-4753D4B2D922}"/>
                </a:ext>
              </a:extLst>
            </p:cNvPr>
            <p:cNvSpPr/>
            <p:nvPr/>
          </p:nvSpPr>
          <p:spPr>
            <a:xfrm>
              <a:off x="10392859" y="3433620"/>
              <a:ext cx="909972" cy="715488"/>
            </a:xfrm>
            <a:prstGeom prst="ellipse">
              <a:avLst/>
            </a:prstGeom>
            <a:noFill/>
            <a:ln>
              <a:solidFill>
                <a:srgbClr val="FFC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34A75169-BD17-4C2A-9A99-873C05BA721C}"/>
                </a:ext>
              </a:extLst>
            </p:cNvPr>
            <p:cNvSpPr/>
            <p:nvPr/>
          </p:nvSpPr>
          <p:spPr>
            <a:xfrm>
              <a:off x="9977360" y="5205258"/>
              <a:ext cx="1420863" cy="715488"/>
            </a:xfrm>
            <a:prstGeom prst="ellipse">
              <a:avLst/>
            </a:prstGeom>
            <a:noFill/>
            <a:ln>
              <a:solidFill>
                <a:srgbClr val="FFC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5" name="Content Placeholder 4">
            <a:extLst>
              <a:ext uri="{FF2B5EF4-FFF2-40B4-BE49-F238E27FC236}">
                <a16:creationId xmlns:a16="http://schemas.microsoft.com/office/drawing/2014/main" id="{6E58AE43-9002-E897-6CF8-04CB99BA9A3E}"/>
              </a:ext>
            </a:extLst>
          </p:cNvPr>
          <p:cNvSpPr txBox="1">
            <a:spLocks/>
          </p:cNvSpPr>
          <p:nvPr/>
        </p:nvSpPr>
        <p:spPr>
          <a:xfrm>
            <a:off x="431801" y="1414131"/>
            <a:ext cx="4112489" cy="4881688"/>
          </a:xfrm>
          <a:prstGeom prst="rect">
            <a:avLst/>
          </a:prstGeom>
        </p:spPr>
        <p:txBody>
          <a:bodyPr>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400" dirty="0"/>
              <a:t>Spyder X Elite Software</a:t>
            </a:r>
          </a:p>
          <a:p>
            <a:pPr lvl="1"/>
            <a:r>
              <a:rPr lang="en-US" sz="2000" dirty="0">
                <a:solidFill>
                  <a:srgbClr val="0070C0"/>
                </a:solidFill>
              </a:rPr>
              <a:t>“Colorimeter”</a:t>
            </a:r>
          </a:p>
          <a:p>
            <a:pPr lvl="1"/>
            <a:r>
              <a:rPr lang="en-US" sz="2000" dirty="0">
                <a:solidFill>
                  <a:srgbClr val="0070C0"/>
                </a:solidFill>
              </a:rPr>
              <a:t>CIE </a:t>
            </a:r>
            <a:r>
              <a:rPr lang="en-US" sz="2000" dirty="0" err="1">
                <a:solidFill>
                  <a:srgbClr val="0070C0"/>
                </a:solidFill>
              </a:rPr>
              <a:t>xyY</a:t>
            </a:r>
            <a:r>
              <a:rPr lang="en-US" sz="2000" dirty="0">
                <a:solidFill>
                  <a:srgbClr val="0070C0"/>
                </a:solidFill>
              </a:rPr>
              <a:t> =&gt; CIELAB</a:t>
            </a:r>
          </a:p>
          <a:p>
            <a:pPr lvl="1"/>
            <a:r>
              <a:rPr lang="en-US" sz="2000" dirty="0">
                <a:solidFill>
                  <a:srgbClr val="0070C0"/>
                </a:solidFill>
              </a:rPr>
              <a:t>Backlighting options</a:t>
            </a:r>
          </a:p>
          <a:p>
            <a:pPr lvl="2"/>
            <a:r>
              <a:rPr lang="en-US" sz="1600" dirty="0">
                <a:solidFill>
                  <a:srgbClr val="0070C0"/>
                </a:solidFill>
              </a:rPr>
              <a:t>“Wide LED”</a:t>
            </a:r>
          </a:p>
          <a:p>
            <a:pPr lvl="2"/>
            <a:r>
              <a:rPr lang="en-US" sz="1600" dirty="0">
                <a:solidFill>
                  <a:srgbClr val="0070C0"/>
                </a:solidFill>
              </a:rPr>
              <a:t>“Standard LED”</a:t>
            </a:r>
          </a:p>
          <a:p>
            <a:pPr lvl="2"/>
            <a:r>
              <a:rPr lang="en-US" sz="1600" dirty="0">
                <a:solidFill>
                  <a:srgbClr val="0070C0"/>
                </a:solidFill>
              </a:rPr>
              <a:t>“General”</a:t>
            </a:r>
          </a:p>
          <a:p>
            <a:pPr lvl="2"/>
            <a:r>
              <a:rPr lang="en-US" sz="1600" dirty="0">
                <a:solidFill>
                  <a:srgbClr val="0070C0"/>
                </a:solidFill>
              </a:rPr>
              <a:t>“GB LED”</a:t>
            </a:r>
          </a:p>
          <a:p>
            <a:pPr lvl="1"/>
            <a:r>
              <a:rPr lang="en-US" sz="2000" dirty="0">
                <a:solidFill>
                  <a:srgbClr val="0070C0"/>
                </a:solidFill>
              </a:rPr>
              <a:t>Heuristic of LED spectrum to improve accuracy</a:t>
            </a:r>
          </a:p>
          <a:p>
            <a:pPr lvl="1"/>
            <a:r>
              <a:rPr lang="en-US" sz="2000" dirty="0">
                <a:solidFill>
                  <a:srgbClr val="0070C0"/>
                </a:solidFill>
              </a:rPr>
              <a:t>No documentation</a:t>
            </a:r>
          </a:p>
          <a:p>
            <a:pPr lvl="2"/>
            <a:endParaRPr lang="en-US" sz="1800" dirty="0"/>
          </a:p>
          <a:p>
            <a:endParaRPr lang="en-US" sz="2400" dirty="0"/>
          </a:p>
        </p:txBody>
      </p:sp>
    </p:spTree>
    <p:extLst>
      <p:ext uri="{BB962C8B-B14F-4D97-AF65-F5344CB8AC3E}">
        <p14:creationId xmlns:p14="http://schemas.microsoft.com/office/powerpoint/2010/main" val="42818513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612386-62F1-488B-8208-58917C9A7271}"/>
              </a:ext>
            </a:extLst>
          </p:cNvPr>
          <p:cNvSpPr>
            <a:spLocks noGrp="1"/>
          </p:cNvSpPr>
          <p:nvPr>
            <p:ph type="title"/>
          </p:nvPr>
        </p:nvSpPr>
        <p:spPr/>
        <p:txBody>
          <a:bodyPr/>
          <a:lstStyle/>
          <a:p>
            <a:r>
              <a:rPr lang="en-US" dirty="0"/>
              <a:t>VR Headset</a:t>
            </a:r>
          </a:p>
        </p:txBody>
      </p:sp>
      <p:sp>
        <p:nvSpPr>
          <p:cNvPr id="5" name="Content Placeholder 4">
            <a:extLst>
              <a:ext uri="{FF2B5EF4-FFF2-40B4-BE49-F238E27FC236}">
                <a16:creationId xmlns:a16="http://schemas.microsoft.com/office/drawing/2014/main" id="{6E58AE43-9002-E897-6CF8-04CB99BA9A3E}"/>
              </a:ext>
            </a:extLst>
          </p:cNvPr>
          <p:cNvSpPr txBox="1">
            <a:spLocks/>
          </p:cNvSpPr>
          <p:nvPr/>
        </p:nvSpPr>
        <p:spPr>
          <a:xfrm>
            <a:off x="431802" y="1414131"/>
            <a:ext cx="7041054" cy="4881688"/>
          </a:xfrm>
          <a:prstGeom prst="rect">
            <a:avLst/>
          </a:prstGeom>
        </p:spPr>
        <p:txBody>
          <a:bodyPr>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400" dirty="0"/>
              <a:t>OLED-based VR headset (Rift, Oculus)</a:t>
            </a:r>
          </a:p>
          <a:p>
            <a:r>
              <a:rPr lang="en-US" sz="2400" dirty="0"/>
              <a:t>Driven through HDMI by Matlab on Windows 10</a:t>
            </a:r>
          </a:p>
          <a:p>
            <a:r>
              <a:rPr lang="en-US" sz="2400" dirty="0"/>
              <a:t>External display of 2160x1200 pixels</a:t>
            </a:r>
          </a:p>
          <a:p>
            <a:r>
              <a:rPr lang="en-US" sz="2400" dirty="0"/>
              <a:t>No rendering software included in the experiments</a:t>
            </a:r>
          </a:p>
          <a:p>
            <a:r>
              <a:rPr lang="en-US" sz="2400" dirty="0"/>
              <a:t>sRGB ICC color profile</a:t>
            </a:r>
          </a:p>
          <a:p>
            <a:r>
              <a:rPr lang="en-US" sz="2400" dirty="0"/>
              <a:t>Each color patch was generated as a full-screen test pattern</a:t>
            </a:r>
          </a:p>
          <a:p>
            <a:endParaRPr lang="en-US" sz="2400" dirty="0"/>
          </a:p>
        </p:txBody>
      </p:sp>
      <p:pic>
        <p:nvPicPr>
          <p:cNvPr id="3" name="Picture 2" descr="A picture containing text, indoor, electronics&#10;&#10;Description automatically generated">
            <a:extLst>
              <a:ext uri="{FF2B5EF4-FFF2-40B4-BE49-F238E27FC236}">
                <a16:creationId xmlns:a16="http://schemas.microsoft.com/office/drawing/2014/main" id="{65D09DF5-10A0-4924-97C1-4A8869A6C6FD}"/>
              </a:ext>
            </a:extLst>
          </p:cNvPr>
          <p:cNvPicPr>
            <a:picLocks noChangeAspect="1"/>
          </p:cNvPicPr>
          <p:nvPr/>
        </p:nvPicPr>
        <p:blipFill>
          <a:blip r:embed="rId3"/>
          <a:stretch>
            <a:fillRect/>
          </a:stretch>
        </p:blipFill>
        <p:spPr>
          <a:xfrm>
            <a:off x="7660403" y="1374717"/>
            <a:ext cx="3795871" cy="2846903"/>
          </a:xfrm>
          <a:prstGeom prst="rect">
            <a:avLst/>
          </a:prstGeom>
        </p:spPr>
      </p:pic>
    </p:spTree>
    <p:extLst>
      <p:ext uri="{BB962C8B-B14F-4D97-AF65-F5344CB8AC3E}">
        <p14:creationId xmlns:p14="http://schemas.microsoft.com/office/powerpoint/2010/main" val="35916937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612386-62F1-488B-8208-58917C9A7271}"/>
              </a:ext>
            </a:extLst>
          </p:cNvPr>
          <p:cNvSpPr>
            <a:spLocks noGrp="1"/>
          </p:cNvSpPr>
          <p:nvPr>
            <p:ph type="title"/>
          </p:nvPr>
        </p:nvSpPr>
        <p:spPr/>
        <p:txBody>
          <a:bodyPr/>
          <a:lstStyle/>
          <a:p>
            <a:r>
              <a:rPr lang="en-US" dirty="0"/>
              <a:t>Setup</a:t>
            </a:r>
          </a:p>
        </p:txBody>
      </p:sp>
      <p:sp>
        <p:nvSpPr>
          <p:cNvPr id="5" name="Content Placeholder 4">
            <a:extLst>
              <a:ext uri="{FF2B5EF4-FFF2-40B4-BE49-F238E27FC236}">
                <a16:creationId xmlns:a16="http://schemas.microsoft.com/office/drawing/2014/main" id="{6E58AE43-9002-E897-6CF8-04CB99BA9A3E}"/>
              </a:ext>
            </a:extLst>
          </p:cNvPr>
          <p:cNvSpPr txBox="1">
            <a:spLocks/>
          </p:cNvSpPr>
          <p:nvPr/>
        </p:nvSpPr>
        <p:spPr>
          <a:xfrm>
            <a:off x="431801" y="1414131"/>
            <a:ext cx="11345471" cy="4881688"/>
          </a:xfrm>
          <a:prstGeom prst="rect">
            <a:avLst/>
          </a:prstGeom>
        </p:spPr>
        <p:txBody>
          <a:bodyPr>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endParaRPr lang="en-US" sz="2400" dirty="0"/>
          </a:p>
        </p:txBody>
      </p:sp>
      <p:sp>
        <p:nvSpPr>
          <p:cNvPr id="3" name="TextBox 2">
            <a:extLst>
              <a:ext uri="{FF2B5EF4-FFF2-40B4-BE49-F238E27FC236}">
                <a16:creationId xmlns:a16="http://schemas.microsoft.com/office/drawing/2014/main" id="{BE1D8830-F075-B53D-701C-C5A28F5AA95B}"/>
              </a:ext>
            </a:extLst>
          </p:cNvPr>
          <p:cNvSpPr txBox="1"/>
          <p:nvPr/>
        </p:nvSpPr>
        <p:spPr>
          <a:xfrm>
            <a:off x="1101593" y="2991921"/>
            <a:ext cx="904240" cy="369332"/>
          </a:xfrm>
          <a:prstGeom prst="rect">
            <a:avLst/>
          </a:prstGeom>
          <a:noFill/>
          <a:ln>
            <a:solidFill>
              <a:schemeClr val="tx1"/>
            </a:solidFill>
          </a:ln>
        </p:spPr>
        <p:txBody>
          <a:bodyPr wrap="square" rtlCol="0">
            <a:spAutoFit/>
          </a:bodyPr>
          <a:lstStyle/>
          <a:p>
            <a:pPr algn="ctr"/>
            <a:r>
              <a:rPr lang="en-US" dirty="0"/>
              <a:t>VR</a:t>
            </a:r>
          </a:p>
        </p:txBody>
      </p:sp>
      <p:sp>
        <p:nvSpPr>
          <p:cNvPr id="4" name="TextBox 3">
            <a:extLst>
              <a:ext uri="{FF2B5EF4-FFF2-40B4-BE49-F238E27FC236}">
                <a16:creationId xmlns:a16="http://schemas.microsoft.com/office/drawing/2014/main" id="{EED56FC3-96FF-5E89-A417-E3F535F4EBA2}"/>
              </a:ext>
            </a:extLst>
          </p:cNvPr>
          <p:cNvSpPr txBox="1"/>
          <p:nvPr/>
        </p:nvSpPr>
        <p:spPr>
          <a:xfrm>
            <a:off x="3236817" y="2241174"/>
            <a:ext cx="2043784" cy="369332"/>
          </a:xfrm>
          <a:prstGeom prst="rect">
            <a:avLst/>
          </a:prstGeom>
          <a:noFill/>
          <a:ln>
            <a:solidFill>
              <a:schemeClr val="tx1"/>
            </a:solidFill>
          </a:ln>
        </p:spPr>
        <p:txBody>
          <a:bodyPr wrap="square" rtlCol="0">
            <a:spAutoFit/>
          </a:bodyPr>
          <a:lstStyle/>
          <a:p>
            <a:pPr algn="ctr"/>
            <a:r>
              <a:rPr lang="en-US" dirty="0"/>
              <a:t>Spectroradiometer</a:t>
            </a:r>
          </a:p>
        </p:txBody>
      </p:sp>
      <p:sp>
        <p:nvSpPr>
          <p:cNvPr id="6" name="TextBox 5">
            <a:extLst>
              <a:ext uri="{FF2B5EF4-FFF2-40B4-BE49-F238E27FC236}">
                <a16:creationId xmlns:a16="http://schemas.microsoft.com/office/drawing/2014/main" id="{4C9E688E-78AA-DAB3-BFAA-27689AC32A3C}"/>
              </a:ext>
            </a:extLst>
          </p:cNvPr>
          <p:cNvSpPr txBox="1"/>
          <p:nvPr/>
        </p:nvSpPr>
        <p:spPr>
          <a:xfrm>
            <a:off x="3236817" y="3923512"/>
            <a:ext cx="2043784" cy="369332"/>
          </a:xfrm>
          <a:prstGeom prst="rect">
            <a:avLst/>
          </a:prstGeom>
          <a:noFill/>
          <a:ln>
            <a:solidFill>
              <a:schemeClr val="tx1"/>
            </a:solidFill>
          </a:ln>
        </p:spPr>
        <p:txBody>
          <a:bodyPr wrap="square" rtlCol="0">
            <a:spAutoFit/>
          </a:bodyPr>
          <a:lstStyle/>
          <a:p>
            <a:pPr algn="ctr"/>
            <a:r>
              <a:rPr lang="en-US" dirty="0"/>
              <a:t>CCK Sensor</a:t>
            </a:r>
          </a:p>
        </p:txBody>
      </p:sp>
      <p:sp>
        <p:nvSpPr>
          <p:cNvPr id="7" name="TextBox 6">
            <a:extLst>
              <a:ext uri="{FF2B5EF4-FFF2-40B4-BE49-F238E27FC236}">
                <a16:creationId xmlns:a16="http://schemas.microsoft.com/office/drawing/2014/main" id="{0F4E197F-6637-FBFA-CFB8-C2E81B9CAFE3}"/>
              </a:ext>
            </a:extLst>
          </p:cNvPr>
          <p:cNvSpPr txBox="1"/>
          <p:nvPr/>
        </p:nvSpPr>
        <p:spPr>
          <a:xfrm>
            <a:off x="5851186" y="2246702"/>
            <a:ext cx="1229360" cy="369332"/>
          </a:xfrm>
          <a:prstGeom prst="rect">
            <a:avLst/>
          </a:prstGeom>
          <a:noFill/>
          <a:ln>
            <a:noFill/>
          </a:ln>
        </p:spPr>
        <p:txBody>
          <a:bodyPr wrap="square" rtlCol="0">
            <a:spAutoFit/>
          </a:bodyPr>
          <a:lstStyle/>
          <a:p>
            <a:pPr algn="ctr"/>
            <a:r>
              <a:rPr lang="en-US" dirty="0"/>
              <a:t>Spectrum</a:t>
            </a:r>
          </a:p>
        </p:txBody>
      </p:sp>
      <p:sp>
        <p:nvSpPr>
          <p:cNvPr id="8" name="TextBox 7">
            <a:extLst>
              <a:ext uri="{FF2B5EF4-FFF2-40B4-BE49-F238E27FC236}">
                <a16:creationId xmlns:a16="http://schemas.microsoft.com/office/drawing/2014/main" id="{EFEC59AE-CEBF-072F-7B7D-E31050C3428F}"/>
              </a:ext>
            </a:extLst>
          </p:cNvPr>
          <p:cNvSpPr txBox="1"/>
          <p:nvPr/>
        </p:nvSpPr>
        <p:spPr>
          <a:xfrm>
            <a:off x="5851186" y="3923512"/>
            <a:ext cx="919480" cy="369332"/>
          </a:xfrm>
          <a:prstGeom prst="rect">
            <a:avLst/>
          </a:prstGeom>
          <a:noFill/>
          <a:ln>
            <a:noFill/>
          </a:ln>
        </p:spPr>
        <p:txBody>
          <a:bodyPr wrap="square" rtlCol="0">
            <a:spAutoFit/>
          </a:bodyPr>
          <a:lstStyle/>
          <a:p>
            <a:pPr algn="ctr"/>
            <a:r>
              <a:rPr lang="en-US" dirty="0"/>
              <a:t>CIE </a:t>
            </a:r>
            <a:r>
              <a:rPr lang="en-US" dirty="0" err="1"/>
              <a:t>xyY</a:t>
            </a:r>
            <a:endParaRPr lang="en-US" dirty="0"/>
          </a:p>
        </p:txBody>
      </p:sp>
      <p:sp>
        <p:nvSpPr>
          <p:cNvPr id="9" name="TextBox 8">
            <a:extLst>
              <a:ext uri="{FF2B5EF4-FFF2-40B4-BE49-F238E27FC236}">
                <a16:creationId xmlns:a16="http://schemas.microsoft.com/office/drawing/2014/main" id="{C1A12A37-E0B1-B55D-B1D2-6ACF7B9C4D61}"/>
              </a:ext>
            </a:extLst>
          </p:cNvPr>
          <p:cNvSpPr txBox="1"/>
          <p:nvPr/>
        </p:nvSpPr>
        <p:spPr>
          <a:xfrm>
            <a:off x="9099904" y="3923512"/>
            <a:ext cx="919480" cy="369332"/>
          </a:xfrm>
          <a:prstGeom prst="rect">
            <a:avLst/>
          </a:prstGeom>
          <a:noFill/>
          <a:ln>
            <a:noFill/>
          </a:ln>
        </p:spPr>
        <p:txBody>
          <a:bodyPr wrap="square" rtlCol="0">
            <a:spAutoFit/>
          </a:bodyPr>
          <a:lstStyle/>
          <a:p>
            <a:pPr algn="ctr"/>
            <a:r>
              <a:rPr lang="en-US" dirty="0"/>
              <a:t>CIELAB</a:t>
            </a:r>
          </a:p>
        </p:txBody>
      </p:sp>
      <p:sp>
        <p:nvSpPr>
          <p:cNvPr id="10" name="TextBox 9">
            <a:extLst>
              <a:ext uri="{FF2B5EF4-FFF2-40B4-BE49-F238E27FC236}">
                <a16:creationId xmlns:a16="http://schemas.microsoft.com/office/drawing/2014/main" id="{656E3689-B00E-FBA5-4E4E-575373B3E185}"/>
              </a:ext>
            </a:extLst>
          </p:cNvPr>
          <p:cNvSpPr txBox="1"/>
          <p:nvPr/>
        </p:nvSpPr>
        <p:spPr>
          <a:xfrm>
            <a:off x="9103360" y="2240728"/>
            <a:ext cx="853440" cy="369332"/>
          </a:xfrm>
          <a:prstGeom prst="rect">
            <a:avLst/>
          </a:prstGeom>
          <a:noFill/>
          <a:ln>
            <a:noFill/>
          </a:ln>
        </p:spPr>
        <p:txBody>
          <a:bodyPr wrap="square" rtlCol="0">
            <a:spAutoFit/>
          </a:bodyPr>
          <a:lstStyle/>
          <a:p>
            <a:pPr algn="ctr"/>
            <a:r>
              <a:rPr lang="en-US" dirty="0"/>
              <a:t>CIELAB</a:t>
            </a:r>
          </a:p>
        </p:txBody>
      </p:sp>
      <p:sp>
        <p:nvSpPr>
          <p:cNvPr id="11" name="TextBox 10">
            <a:extLst>
              <a:ext uri="{FF2B5EF4-FFF2-40B4-BE49-F238E27FC236}">
                <a16:creationId xmlns:a16="http://schemas.microsoft.com/office/drawing/2014/main" id="{31EA88A5-A5FA-04F9-6C1E-12B410486A72}"/>
              </a:ext>
            </a:extLst>
          </p:cNvPr>
          <p:cNvSpPr txBox="1"/>
          <p:nvPr/>
        </p:nvSpPr>
        <p:spPr>
          <a:xfrm>
            <a:off x="10853243" y="2991921"/>
            <a:ext cx="449639" cy="369332"/>
          </a:xfrm>
          <a:prstGeom prst="rect">
            <a:avLst/>
          </a:prstGeom>
          <a:noFill/>
          <a:ln>
            <a:noFill/>
          </a:ln>
        </p:spPr>
        <p:txBody>
          <a:bodyPr wrap="square" rtlCol="0">
            <a:spAutoFit/>
          </a:bodyPr>
          <a:lstStyle/>
          <a:p>
            <a:pPr algn="ctr"/>
            <a:r>
              <a:rPr lang="en-US" dirty="0">
                <a:latin typeface="Calibri" panose="020F0502020204030204" pitchFamily="34" charset="0"/>
                <a:cs typeface="Calibri" panose="020F0502020204030204" pitchFamily="34" charset="0"/>
              </a:rPr>
              <a:t>Δ</a:t>
            </a:r>
            <a:r>
              <a:rPr lang="en-US" dirty="0"/>
              <a:t>E</a:t>
            </a:r>
          </a:p>
        </p:txBody>
      </p:sp>
      <p:cxnSp>
        <p:nvCxnSpPr>
          <p:cNvPr id="13" name="Straight Arrow Connector 12">
            <a:extLst>
              <a:ext uri="{FF2B5EF4-FFF2-40B4-BE49-F238E27FC236}">
                <a16:creationId xmlns:a16="http://schemas.microsoft.com/office/drawing/2014/main" id="{C9D654A9-1FAB-F7BC-1BD7-7A3287D591BF}"/>
              </a:ext>
            </a:extLst>
          </p:cNvPr>
          <p:cNvCxnSpPr>
            <a:cxnSpLocks/>
            <a:stCxn id="3" idx="3"/>
            <a:endCxn id="4" idx="1"/>
          </p:cNvCxnSpPr>
          <p:nvPr/>
        </p:nvCxnSpPr>
        <p:spPr>
          <a:xfrm flipV="1">
            <a:off x="2005833" y="2425840"/>
            <a:ext cx="1230984" cy="750747"/>
          </a:xfrm>
          <a:prstGeom prst="straightConnector1">
            <a:avLst/>
          </a:prstGeom>
          <a:ln w="19050">
            <a:solidFill>
              <a:schemeClr val="tx1"/>
            </a:solidFill>
            <a:tailEnd type="stealth"/>
          </a:ln>
          <a:effectLst/>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410FA247-420A-6E42-3C88-449790A404BA}"/>
              </a:ext>
            </a:extLst>
          </p:cNvPr>
          <p:cNvCxnSpPr>
            <a:cxnSpLocks/>
            <a:stCxn id="3" idx="3"/>
            <a:endCxn id="6" idx="1"/>
          </p:cNvCxnSpPr>
          <p:nvPr/>
        </p:nvCxnSpPr>
        <p:spPr>
          <a:xfrm>
            <a:off x="2005833" y="3176587"/>
            <a:ext cx="1230984" cy="931591"/>
          </a:xfrm>
          <a:prstGeom prst="straightConnector1">
            <a:avLst/>
          </a:prstGeom>
          <a:ln w="19050">
            <a:solidFill>
              <a:schemeClr val="tx1"/>
            </a:solidFill>
            <a:tailEnd type="stealth"/>
          </a:ln>
          <a:effectLst/>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8D4EF9A9-28EA-EE4E-952D-3A03CAD90FB7}"/>
              </a:ext>
            </a:extLst>
          </p:cNvPr>
          <p:cNvCxnSpPr>
            <a:cxnSpLocks/>
            <a:stCxn id="4" idx="3"/>
            <a:endCxn id="7" idx="1"/>
          </p:cNvCxnSpPr>
          <p:nvPr/>
        </p:nvCxnSpPr>
        <p:spPr>
          <a:xfrm>
            <a:off x="5280601" y="2425840"/>
            <a:ext cx="570585" cy="5528"/>
          </a:xfrm>
          <a:prstGeom prst="straightConnector1">
            <a:avLst/>
          </a:prstGeom>
          <a:ln w="19050">
            <a:solidFill>
              <a:schemeClr val="tx1"/>
            </a:solidFill>
            <a:tailEnd type="stealth"/>
          </a:ln>
          <a:effectLst/>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C716E209-5923-7802-46A5-57FB92054BB7}"/>
              </a:ext>
            </a:extLst>
          </p:cNvPr>
          <p:cNvCxnSpPr>
            <a:cxnSpLocks/>
            <a:stCxn id="6" idx="3"/>
            <a:endCxn id="8" idx="1"/>
          </p:cNvCxnSpPr>
          <p:nvPr/>
        </p:nvCxnSpPr>
        <p:spPr>
          <a:xfrm>
            <a:off x="5280601" y="4108178"/>
            <a:ext cx="570585" cy="0"/>
          </a:xfrm>
          <a:prstGeom prst="straightConnector1">
            <a:avLst/>
          </a:prstGeom>
          <a:ln w="19050">
            <a:solidFill>
              <a:schemeClr val="tx1"/>
            </a:solidFill>
            <a:tailEnd type="stealth"/>
          </a:ln>
          <a:effectLst/>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69636ECF-1865-DE87-2CB5-77AD21516E2F}"/>
              </a:ext>
            </a:extLst>
          </p:cNvPr>
          <p:cNvCxnSpPr>
            <a:cxnSpLocks/>
            <a:stCxn id="7" idx="3"/>
            <a:endCxn id="10" idx="1"/>
          </p:cNvCxnSpPr>
          <p:nvPr/>
        </p:nvCxnSpPr>
        <p:spPr>
          <a:xfrm flipV="1">
            <a:off x="7080546" y="2425394"/>
            <a:ext cx="2022814" cy="5974"/>
          </a:xfrm>
          <a:prstGeom prst="straightConnector1">
            <a:avLst/>
          </a:prstGeom>
          <a:ln w="19050">
            <a:solidFill>
              <a:schemeClr val="tx1"/>
            </a:solidFill>
            <a:tailEnd type="stealth"/>
          </a:ln>
          <a:effectLst/>
        </p:spPr>
        <p:style>
          <a:lnRef idx="2">
            <a:schemeClr val="accent1"/>
          </a:lnRef>
          <a:fillRef idx="0">
            <a:schemeClr val="accent1"/>
          </a:fillRef>
          <a:effectRef idx="1">
            <a:schemeClr val="accent1"/>
          </a:effectRef>
          <a:fontRef idx="minor">
            <a:schemeClr val="tx1"/>
          </a:fontRef>
        </p:style>
      </p:cxnSp>
      <p:cxnSp>
        <p:nvCxnSpPr>
          <p:cNvPr id="28" name="Straight Arrow Connector 27">
            <a:extLst>
              <a:ext uri="{FF2B5EF4-FFF2-40B4-BE49-F238E27FC236}">
                <a16:creationId xmlns:a16="http://schemas.microsoft.com/office/drawing/2014/main" id="{4ACAF4B6-1221-1F6E-869B-93A5EDC030C2}"/>
              </a:ext>
            </a:extLst>
          </p:cNvPr>
          <p:cNvCxnSpPr>
            <a:cxnSpLocks/>
            <a:stCxn id="8" idx="3"/>
            <a:endCxn id="140" idx="1"/>
          </p:cNvCxnSpPr>
          <p:nvPr/>
        </p:nvCxnSpPr>
        <p:spPr>
          <a:xfrm>
            <a:off x="6770666" y="4108178"/>
            <a:ext cx="529294" cy="1358"/>
          </a:xfrm>
          <a:prstGeom prst="straightConnector1">
            <a:avLst/>
          </a:prstGeom>
          <a:ln w="19050">
            <a:solidFill>
              <a:schemeClr val="tx1"/>
            </a:solidFill>
            <a:tailEnd type="stealth"/>
          </a:ln>
          <a:effectLst/>
        </p:spPr>
        <p:style>
          <a:lnRef idx="2">
            <a:schemeClr val="accent1"/>
          </a:lnRef>
          <a:fillRef idx="0">
            <a:schemeClr val="accent1"/>
          </a:fillRef>
          <a:effectRef idx="1">
            <a:schemeClr val="accent1"/>
          </a:effectRef>
          <a:fontRef idx="minor">
            <a:schemeClr val="tx1"/>
          </a:fontRef>
        </p:style>
      </p:cxnSp>
      <p:cxnSp>
        <p:nvCxnSpPr>
          <p:cNvPr id="68" name="Straight Arrow Connector 67">
            <a:extLst>
              <a:ext uri="{FF2B5EF4-FFF2-40B4-BE49-F238E27FC236}">
                <a16:creationId xmlns:a16="http://schemas.microsoft.com/office/drawing/2014/main" id="{4BF39597-4893-FAAC-660A-A0AE7B1E8B94}"/>
              </a:ext>
            </a:extLst>
          </p:cNvPr>
          <p:cNvCxnSpPr>
            <a:cxnSpLocks/>
            <a:stCxn id="10" idx="3"/>
            <a:endCxn id="11" idx="1"/>
          </p:cNvCxnSpPr>
          <p:nvPr/>
        </p:nvCxnSpPr>
        <p:spPr>
          <a:xfrm>
            <a:off x="9956800" y="2425394"/>
            <a:ext cx="896443" cy="751193"/>
          </a:xfrm>
          <a:prstGeom prst="straightConnector1">
            <a:avLst/>
          </a:prstGeom>
          <a:ln w="19050">
            <a:solidFill>
              <a:schemeClr val="tx1"/>
            </a:solidFill>
            <a:tailEnd type="stealth"/>
          </a:ln>
          <a:effectLst/>
        </p:spPr>
        <p:style>
          <a:lnRef idx="2">
            <a:schemeClr val="accent1"/>
          </a:lnRef>
          <a:fillRef idx="0">
            <a:schemeClr val="accent1"/>
          </a:fillRef>
          <a:effectRef idx="1">
            <a:schemeClr val="accent1"/>
          </a:effectRef>
          <a:fontRef idx="minor">
            <a:schemeClr val="tx1"/>
          </a:fontRef>
        </p:style>
      </p:cxnSp>
      <p:cxnSp>
        <p:nvCxnSpPr>
          <p:cNvPr id="73" name="Straight Arrow Connector 72">
            <a:extLst>
              <a:ext uri="{FF2B5EF4-FFF2-40B4-BE49-F238E27FC236}">
                <a16:creationId xmlns:a16="http://schemas.microsoft.com/office/drawing/2014/main" id="{D102ED3E-0B2D-3B02-9F78-DFC18D4EE4A7}"/>
              </a:ext>
            </a:extLst>
          </p:cNvPr>
          <p:cNvCxnSpPr>
            <a:cxnSpLocks/>
            <a:stCxn id="9" idx="3"/>
            <a:endCxn id="11" idx="1"/>
          </p:cNvCxnSpPr>
          <p:nvPr/>
        </p:nvCxnSpPr>
        <p:spPr>
          <a:xfrm flipV="1">
            <a:off x="10019384" y="3176587"/>
            <a:ext cx="833859" cy="931591"/>
          </a:xfrm>
          <a:prstGeom prst="straightConnector1">
            <a:avLst/>
          </a:prstGeom>
          <a:ln w="19050">
            <a:solidFill>
              <a:schemeClr val="tx1"/>
            </a:solidFill>
            <a:tailEnd type="stealth"/>
          </a:ln>
          <a:effectLst/>
        </p:spPr>
        <p:style>
          <a:lnRef idx="2">
            <a:schemeClr val="accent1"/>
          </a:lnRef>
          <a:fillRef idx="0">
            <a:schemeClr val="accent1"/>
          </a:fillRef>
          <a:effectRef idx="1">
            <a:schemeClr val="accent1"/>
          </a:effectRef>
          <a:fontRef idx="minor">
            <a:schemeClr val="tx1"/>
          </a:fontRef>
        </p:style>
      </p:cxnSp>
      <p:sp>
        <p:nvSpPr>
          <p:cNvPr id="80" name="TextBox 79">
            <a:extLst>
              <a:ext uri="{FF2B5EF4-FFF2-40B4-BE49-F238E27FC236}">
                <a16:creationId xmlns:a16="http://schemas.microsoft.com/office/drawing/2014/main" id="{4370CBF6-BEBE-B84D-94A6-7FBBE4B35472}"/>
              </a:ext>
            </a:extLst>
          </p:cNvPr>
          <p:cNvSpPr txBox="1"/>
          <p:nvPr/>
        </p:nvSpPr>
        <p:spPr>
          <a:xfrm>
            <a:off x="3719417" y="4599895"/>
            <a:ext cx="1078584" cy="369332"/>
          </a:xfrm>
          <a:prstGeom prst="rect">
            <a:avLst/>
          </a:prstGeom>
          <a:noFill/>
          <a:ln>
            <a:solidFill>
              <a:schemeClr val="tx1"/>
            </a:solidFill>
            <a:prstDash val="dash"/>
          </a:ln>
        </p:spPr>
        <p:txBody>
          <a:bodyPr wrap="square" rtlCol="0">
            <a:spAutoFit/>
          </a:bodyPr>
          <a:lstStyle/>
          <a:p>
            <a:pPr algn="ctr"/>
            <a:r>
              <a:rPr lang="en-US" dirty="0"/>
              <a:t>CCK S/W</a:t>
            </a:r>
          </a:p>
        </p:txBody>
      </p:sp>
      <p:sp>
        <p:nvSpPr>
          <p:cNvPr id="81" name="TextBox 80">
            <a:extLst>
              <a:ext uri="{FF2B5EF4-FFF2-40B4-BE49-F238E27FC236}">
                <a16:creationId xmlns:a16="http://schemas.microsoft.com/office/drawing/2014/main" id="{2AE0CAC4-BDA8-320B-A859-246EF2A2A0CC}"/>
              </a:ext>
            </a:extLst>
          </p:cNvPr>
          <p:cNvSpPr txBox="1"/>
          <p:nvPr/>
        </p:nvSpPr>
        <p:spPr>
          <a:xfrm>
            <a:off x="3718501" y="2914358"/>
            <a:ext cx="1078584" cy="369332"/>
          </a:xfrm>
          <a:prstGeom prst="rect">
            <a:avLst/>
          </a:prstGeom>
          <a:noFill/>
          <a:ln>
            <a:solidFill>
              <a:schemeClr val="tx1"/>
            </a:solidFill>
            <a:prstDash val="dash"/>
          </a:ln>
        </p:spPr>
        <p:txBody>
          <a:bodyPr wrap="square" rtlCol="0">
            <a:spAutoFit/>
          </a:bodyPr>
          <a:lstStyle/>
          <a:p>
            <a:pPr algn="ctr"/>
            <a:r>
              <a:rPr lang="en-US" dirty="0"/>
              <a:t>Matlab</a:t>
            </a:r>
          </a:p>
        </p:txBody>
      </p:sp>
      <p:cxnSp>
        <p:nvCxnSpPr>
          <p:cNvPr id="82" name="Straight Arrow Connector 81">
            <a:extLst>
              <a:ext uri="{FF2B5EF4-FFF2-40B4-BE49-F238E27FC236}">
                <a16:creationId xmlns:a16="http://schemas.microsoft.com/office/drawing/2014/main" id="{ADE89105-5B54-8C27-642A-6ACD2749321F}"/>
              </a:ext>
            </a:extLst>
          </p:cNvPr>
          <p:cNvCxnSpPr>
            <a:cxnSpLocks/>
            <a:stCxn id="80" idx="0"/>
            <a:endCxn id="6" idx="2"/>
          </p:cNvCxnSpPr>
          <p:nvPr/>
        </p:nvCxnSpPr>
        <p:spPr>
          <a:xfrm flipV="1">
            <a:off x="4258709" y="4292844"/>
            <a:ext cx="0" cy="307051"/>
          </a:xfrm>
          <a:prstGeom prst="straightConnector1">
            <a:avLst/>
          </a:prstGeom>
          <a:ln w="19050">
            <a:solidFill>
              <a:schemeClr val="tx1"/>
            </a:solidFill>
            <a:prstDash val="sysDot"/>
            <a:tailEnd type="stealth"/>
          </a:ln>
          <a:effectLst/>
        </p:spPr>
        <p:style>
          <a:lnRef idx="2">
            <a:schemeClr val="accent1"/>
          </a:lnRef>
          <a:fillRef idx="0">
            <a:schemeClr val="accent1"/>
          </a:fillRef>
          <a:effectRef idx="1">
            <a:schemeClr val="accent1"/>
          </a:effectRef>
          <a:fontRef idx="minor">
            <a:schemeClr val="tx1"/>
          </a:fontRef>
        </p:style>
      </p:cxnSp>
      <p:cxnSp>
        <p:nvCxnSpPr>
          <p:cNvPr id="86" name="Straight Arrow Connector 85">
            <a:extLst>
              <a:ext uri="{FF2B5EF4-FFF2-40B4-BE49-F238E27FC236}">
                <a16:creationId xmlns:a16="http://schemas.microsoft.com/office/drawing/2014/main" id="{2E7E04FA-1913-5D88-DAD1-951C07F28FBB}"/>
              </a:ext>
            </a:extLst>
          </p:cNvPr>
          <p:cNvCxnSpPr>
            <a:cxnSpLocks/>
            <a:stCxn id="81" idx="0"/>
            <a:endCxn id="4" idx="2"/>
          </p:cNvCxnSpPr>
          <p:nvPr/>
        </p:nvCxnSpPr>
        <p:spPr>
          <a:xfrm flipV="1">
            <a:off x="4257793" y="2610506"/>
            <a:ext cx="916" cy="303852"/>
          </a:xfrm>
          <a:prstGeom prst="straightConnector1">
            <a:avLst/>
          </a:prstGeom>
          <a:ln w="19050">
            <a:solidFill>
              <a:schemeClr val="tx1"/>
            </a:solidFill>
            <a:prstDash val="sysDot"/>
            <a:tailEnd type="stealth"/>
          </a:ln>
          <a:effectLst/>
        </p:spPr>
        <p:style>
          <a:lnRef idx="2">
            <a:schemeClr val="accent1"/>
          </a:lnRef>
          <a:fillRef idx="0">
            <a:schemeClr val="accent1"/>
          </a:fillRef>
          <a:effectRef idx="1">
            <a:schemeClr val="accent1"/>
          </a:effectRef>
          <a:fontRef idx="minor">
            <a:schemeClr val="tx1"/>
          </a:fontRef>
        </p:style>
      </p:cxnSp>
      <p:sp>
        <p:nvSpPr>
          <p:cNvPr id="90" name="TextBox 89">
            <a:extLst>
              <a:ext uri="{FF2B5EF4-FFF2-40B4-BE49-F238E27FC236}">
                <a16:creationId xmlns:a16="http://schemas.microsoft.com/office/drawing/2014/main" id="{56A8341F-1945-3B5C-F179-0601CBE081F5}"/>
              </a:ext>
            </a:extLst>
          </p:cNvPr>
          <p:cNvSpPr txBox="1"/>
          <p:nvPr/>
        </p:nvSpPr>
        <p:spPr>
          <a:xfrm>
            <a:off x="1101593" y="4448481"/>
            <a:ext cx="904240" cy="369332"/>
          </a:xfrm>
          <a:prstGeom prst="rect">
            <a:avLst/>
          </a:prstGeom>
          <a:noFill/>
          <a:ln>
            <a:solidFill>
              <a:schemeClr val="tx1"/>
            </a:solidFill>
            <a:prstDash val="dash"/>
          </a:ln>
        </p:spPr>
        <p:txBody>
          <a:bodyPr wrap="square" rtlCol="0">
            <a:spAutoFit/>
          </a:bodyPr>
          <a:lstStyle/>
          <a:p>
            <a:pPr algn="ctr"/>
            <a:r>
              <a:rPr lang="en-US" dirty="0"/>
              <a:t>Matlab</a:t>
            </a:r>
          </a:p>
        </p:txBody>
      </p:sp>
      <p:sp>
        <p:nvSpPr>
          <p:cNvPr id="91" name="TextBox 90">
            <a:extLst>
              <a:ext uri="{FF2B5EF4-FFF2-40B4-BE49-F238E27FC236}">
                <a16:creationId xmlns:a16="http://schemas.microsoft.com/office/drawing/2014/main" id="{7F02E5C5-8CBB-81D4-93F9-2D541EC7000A}"/>
              </a:ext>
            </a:extLst>
          </p:cNvPr>
          <p:cNvSpPr txBox="1"/>
          <p:nvPr/>
        </p:nvSpPr>
        <p:spPr>
          <a:xfrm>
            <a:off x="1101593" y="3706033"/>
            <a:ext cx="904240" cy="369332"/>
          </a:xfrm>
          <a:prstGeom prst="rect">
            <a:avLst/>
          </a:prstGeom>
          <a:noFill/>
          <a:ln>
            <a:solidFill>
              <a:schemeClr val="tx1"/>
            </a:solidFill>
            <a:prstDash val="dash"/>
          </a:ln>
        </p:spPr>
        <p:txBody>
          <a:bodyPr wrap="square" rtlCol="0">
            <a:spAutoFit/>
          </a:bodyPr>
          <a:lstStyle/>
          <a:p>
            <a:pPr algn="ctr"/>
            <a:r>
              <a:rPr lang="en-US" dirty="0"/>
              <a:t>Win10</a:t>
            </a:r>
          </a:p>
        </p:txBody>
      </p:sp>
      <p:cxnSp>
        <p:nvCxnSpPr>
          <p:cNvPr id="93" name="Straight Arrow Connector 92">
            <a:extLst>
              <a:ext uri="{FF2B5EF4-FFF2-40B4-BE49-F238E27FC236}">
                <a16:creationId xmlns:a16="http://schemas.microsoft.com/office/drawing/2014/main" id="{E46AA5F3-BBC3-E6B1-E5B8-A0F6892F5B86}"/>
              </a:ext>
            </a:extLst>
          </p:cNvPr>
          <p:cNvCxnSpPr>
            <a:cxnSpLocks/>
            <a:stCxn id="90" idx="0"/>
            <a:endCxn id="91" idx="2"/>
          </p:cNvCxnSpPr>
          <p:nvPr/>
        </p:nvCxnSpPr>
        <p:spPr>
          <a:xfrm flipV="1">
            <a:off x="1553713" y="4075365"/>
            <a:ext cx="0" cy="373116"/>
          </a:xfrm>
          <a:prstGeom prst="straightConnector1">
            <a:avLst/>
          </a:prstGeom>
          <a:ln w="19050">
            <a:solidFill>
              <a:schemeClr val="tx1"/>
            </a:solidFill>
            <a:prstDash val="sysDot"/>
            <a:tailEnd type="stealth"/>
          </a:ln>
          <a:effectLst/>
        </p:spPr>
        <p:style>
          <a:lnRef idx="2">
            <a:schemeClr val="accent1"/>
          </a:lnRef>
          <a:fillRef idx="0">
            <a:schemeClr val="accent1"/>
          </a:fillRef>
          <a:effectRef idx="1">
            <a:schemeClr val="accent1"/>
          </a:effectRef>
          <a:fontRef idx="minor">
            <a:schemeClr val="tx1"/>
          </a:fontRef>
        </p:style>
      </p:cxnSp>
      <p:cxnSp>
        <p:nvCxnSpPr>
          <p:cNvPr id="96" name="Straight Arrow Connector 95">
            <a:extLst>
              <a:ext uri="{FF2B5EF4-FFF2-40B4-BE49-F238E27FC236}">
                <a16:creationId xmlns:a16="http://schemas.microsoft.com/office/drawing/2014/main" id="{B688D244-E5D3-70E3-58F6-62BCD458E1BE}"/>
              </a:ext>
            </a:extLst>
          </p:cNvPr>
          <p:cNvCxnSpPr>
            <a:cxnSpLocks/>
            <a:stCxn id="91" idx="0"/>
            <a:endCxn id="3" idx="2"/>
          </p:cNvCxnSpPr>
          <p:nvPr/>
        </p:nvCxnSpPr>
        <p:spPr>
          <a:xfrm flipV="1">
            <a:off x="1553713" y="3361253"/>
            <a:ext cx="0" cy="344780"/>
          </a:xfrm>
          <a:prstGeom prst="straightConnector1">
            <a:avLst/>
          </a:prstGeom>
          <a:ln w="19050">
            <a:solidFill>
              <a:schemeClr val="tx1"/>
            </a:solidFill>
            <a:prstDash val="sysDot"/>
            <a:tailEnd type="stealth"/>
          </a:ln>
          <a:effectLst/>
        </p:spPr>
        <p:style>
          <a:lnRef idx="2">
            <a:schemeClr val="accent1"/>
          </a:lnRef>
          <a:fillRef idx="0">
            <a:schemeClr val="accent1"/>
          </a:fillRef>
          <a:effectRef idx="1">
            <a:schemeClr val="accent1"/>
          </a:effectRef>
          <a:fontRef idx="minor">
            <a:schemeClr val="tx1"/>
          </a:fontRef>
        </p:style>
      </p:cxnSp>
      <p:sp>
        <p:nvSpPr>
          <p:cNvPr id="121" name="TextBox 120">
            <a:extLst>
              <a:ext uri="{FF2B5EF4-FFF2-40B4-BE49-F238E27FC236}">
                <a16:creationId xmlns:a16="http://schemas.microsoft.com/office/drawing/2014/main" id="{11638309-FF86-5C27-8EF8-2EBB67BC40B5}"/>
              </a:ext>
            </a:extLst>
          </p:cNvPr>
          <p:cNvSpPr txBox="1"/>
          <p:nvPr/>
        </p:nvSpPr>
        <p:spPr>
          <a:xfrm>
            <a:off x="1101593" y="5214670"/>
            <a:ext cx="904240" cy="369332"/>
          </a:xfrm>
          <a:prstGeom prst="rect">
            <a:avLst/>
          </a:prstGeom>
          <a:noFill/>
          <a:ln>
            <a:solidFill>
              <a:schemeClr val="tx1"/>
            </a:solidFill>
            <a:prstDash val="dash"/>
          </a:ln>
        </p:spPr>
        <p:txBody>
          <a:bodyPr wrap="square" rtlCol="0">
            <a:spAutoFit/>
          </a:bodyPr>
          <a:lstStyle/>
          <a:p>
            <a:pPr algn="ctr"/>
            <a:r>
              <a:rPr lang="en-US" dirty="0"/>
              <a:t>Patch</a:t>
            </a:r>
          </a:p>
        </p:txBody>
      </p:sp>
      <p:cxnSp>
        <p:nvCxnSpPr>
          <p:cNvPr id="122" name="Straight Arrow Connector 121">
            <a:extLst>
              <a:ext uri="{FF2B5EF4-FFF2-40B4-BE49-F238E27FC236}">
                <a16:creationId xmlns:a16="http://schemas.microsoft.com/office/drawing/2014/main" id="{7483DA97-FD7D-29C1-8251-73F52208CABB}"/>
              </a:ext>
            </a:extLst>
          </p:cNvPr>
          <p:cNvCxnSpPr>
            <a:cxnSpLocks/>
            <a:stCxn id="121" idx="0"/>
            <a:endCxn id="90" idx="2"/>
          </p:cNvCxnSpPr>
          <p:nvPr/>
        </p:nvCxnSpPr>
        <p:spPr>
          <a:xfrm flipV="1">
            <a:off x="1553713" y="4817813"/>
            <a:ext cx="0" cy="396857"/>
          </a:xfrm>
          <a:prstGeom prst="straightConnector1">
            <a:avLst/>
          </a:prstGeom>
          <a:ln w="19050">
            <a:solidFill>
              <a:schemeClr val="tx1"/>
            </a:solidFill>
            <a:prstDash val="sysDot"/>
            <a:tailEnd type="stealth"/>
          </a:ln>
          <a:effectLst/>
        </p:spPr>
        <p:style>
          <a:lnRef idx="2">
            <a:schemeClr val="accent1"/>
          </a:lnRef>
          <a:fillRef idx="0">
            <a:schemeClr val="accent1"/>
          </a:fillRef>
          <a:effectRef idx="1">
            <a:schemeClr val="accent1"/>
          </a:effectRef>
          <a:fontRef idx="minor">
            <a:schemeClr val="tx1"/>
          </a:fontRef>
        </p:style>
      </p:cxnSp>
      <p:cxnSp>
        <p:nvCxnSpPr>
          <p:cNvPr id="127" name="Straight Arrow Connector 126">
            <a:extLst>
              <a:ext uri="{FF2B5EF4-FFF2-40B4-BE49-F238E27FC236}">
                <a16:creationId xmlns:a16="http://schemas.microsoft.com/office/drawing/2014/main" id="{F294EB7E-CD61-31BE-98E4-ED59599D6FA7}"/>
              </a:ext>
            </a:extLst>
          </p:cNvPr>
          <p:cNvCxnSpPr>
            <a:cxnSpLocks/>
            <a:stCxn id="80" idx="1"/>
          </p:cNvCxnSpPr>
          <p:nvPr/>
        </p:nvCxnSpPr>
        <p:spPr>
          <a:xfrm flipH="1">
            <a:off x="3007360" y="4784561"/>
            <a:ext cx="712057" cy="0"/>
          </a:xfrm>
          <a:prstGeom prst="straightConnector1">
            <a:avLst/>
          </a:prstGeom>
          <a:ln w="19050">
            <a:solidFill>
              <a:schemeClr val="tx1"/>
            </a:solidFill>
            <a:prstDash val="sysDot"/>
            <a:tailEnd type="stealth"/>
          </a:ln>
          <a:effectLst/>
        </p:spPr>
        <p:style>
          <a:lnRef idx="2">
            <a:schemeClr val="accent1"/>
          </a:lnRef>
          <a:fillRef idx="0">
            <a:schemeClr val="accent1"/>
          </a:fillRef>
          <a:effectRef idx="1">
            <a:schemeClr val="accent1"/>
          </a:effectRef>
          <a:fontRef idx="minor">
            <a:schemeClr val="tx1"/>
          </a:fontRef>
        </p:style>
      </p:cxnSp>
      <p:cxnSp>
        <p:nvCxnSpPr>
          <p:cNvPr id="132" name="Straight Connector 131">
            <a:extLst>
              <a:ext uri="{FF2B5EF4-FFF2-40B4-BE49-F238E27FC236}">
                <a16:creationId xmlns:a16="http://schemas.microsoft.com/office/drawing/2014/main" id="{E0371D35-9ABB-24E0-C1B5-9AAE219C55D5}"/>
              </a:ext>
            </a:extLst>
          </p:cNvPr>
          <p:cNvCxnSpPr>
            <a:cxnSpLocks/>
          </p:cNvCxnSpPr>
          <p:nvPr/>
        </p:nvCxnSpPr>
        <p:spPr>
          <a:xfrm>
            <a:off x="3236817" y="4633147"/>
            <a:ext cx="278543" cy="299519"/>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34" name="Straight Connector 133">
            <a:extLst>
              <a:ext uri="{FF2B5EF4-FFF2-40B4-BE49-F238E27FC236}">
                <a16:creationId xmlns:a16="http://schemas.microsoft.com/office/drawing/2014/main" id="{54DDAF95-4406-75AD-2747-D782765252F8}"/>
              </a:ext>
            </a:extLst>
          </p:cNvPr>
          <p:cNvCxnSpPr>
            <a:cxnSpLocks/>
          </p:cNvCxnSpPr>
          <p:nvPr/>
        </p:nvCxnSpPr>
        <p:spPr>
          <a:xfrm flipH="1">
            <a:off x="3236817" y="4633147"/>
            <a:ext cx="259922" cy="299519"/>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40" name="TextBox 139">
            <a:extLst>
              <a:ext uri="{FF2B5EF4-FFF2-40B4-BE49-F238E27FC236}">
                <a16:creationId xmlns:a16="http://schemas.microsoft.com/office/drawing/2014/main" id="{CE45B658-8258-E6F0-EA09-1E1E640E6E5C}"/>
              </a:ext>
            </a:extLst>
          </p:cNvPr>
          <p:cNvSpPr txBox="1"/>
          <p:nvPr/>
        </p:nvSpPr>
        <p:spPr>
          <a:xfrm>
            <a:off x="7299960" y="3924870"/>
            <a:ext cx="1229360" cy="369332"/>
          </a:xfrm>
          <a:prstGeom prst="rect">
            <a:avLst/>
          </a:prstGeom>
          <a:noFill/>
          <a:ln>
            <a:solidFill>
              <a:schemeClr val="tx1">
                <a:alpha val="94000"/>
              </a:schemeClr>
            </a:solidFill>
          </a:ln>
        </p:spPr>
        <p:txBody>
          <a:bodyPr wrap="square" rtlCol="0">
            <a:spAutoFit/>
          </a:bodyPr>
          <a:lstStyle/>
          <a:p>
            <a:pPr algn="ctr"/>
            <a:r>
              <a:rPr lang="en-US" dirty="0"/>
              <a:t>Calibration</a:t>
            </a:r>
          </a:p>
        </p:txBody>
      </p:sp>
      <p:cxnSp>
        <p:nvCxnSpPr>
          <p:cNvPr id="142" name="Straight Arrow Connector 141">
            <a:extLst>
              <a:ext uri="{FF2B5EF4-FFF2-40B4-BE49-F238E27FC236}">
                <a16:creationId xmlns:a16="http://schemas.microsoft.com/office/drawing/2014/main" id="{9CD91EF1-C1F7-94F9-7D19-2793BB01EAE2}"/>
              </a:ext>
            </a:extLst>
          </p:cNvPr>
          <p:cNvCxnSpPr>
            <a:cxnSpLocks/>
            <a:stCxn id="140" idx="3"/>
            <a:endCxn id="9" idx="1"/>
          </p:cNvCxnSpPr>
          <p:nvPr/>
        </p:nvCxnSpPr>
        <p:spPr>
          <a:xfrm flipV="1">
            <a:off x="8529320" y="4108178"/>
            <a:ext cx="570584" cy="1358"/>
          </a:xfrm>
          <a:prstGeom prst="straightConnector1">
            <a:avLst/>
          </a:prstGeom>
          <a:ln w="19050">
            <a:solidFill>
              <a:schemeClr val="tx1"/>
            </a:solidFill>
            <a:tailEnd type="stealth"/>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340699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612386-62F1-488B-8208-58917C9A7271}"/>
              </a:ext>
            </a:extLst>
          </p:cNvPr>
          <p:cNvSpPr>
            <a:spLocks noGrp="1"/>
          </p:cNvSpPr>
          <p:nvPr>
            <p:ph type="title"/>
          </p:nvPr>
        </p:nvSpPr>
        <p:spPr/>
        <p:txBody>
          <a:bodyPr/>
          <a:lstStyle/>
          <a:p>
            <a:r>
              <a:rPr lang="en-US" dirty="0"/>
              <a:t>Datasets</a:t>
            </a:r>
          </a:p>
        </p:txBody>
      </p:sp>
      <p:sp>
        <p:nvSpPr>
          <p:cNvPr id="5" name="Content Placeholder 4">
            <a:extLst>
              <a:ext uri="{FF2B5EF4-FFF2-40B4-BE49-F238E27FC236}">
                <a16:creationId xmlns:a16="http://schemas.microsoft.com/office/drawing/2014/main" id="{6E58AE43-9002-E897-6CF8-04CB99BA9A3E}"/>
              </a:ext>
            </a:extLst>
          </p:cNvPr>
          <p:cNvSpPr txBox="1">
            <a:spLocks/>
          </p:cNvSpPr>
          <p:nvPr/>
        </p:nvSpPr>
        <p:spPr>
          <a:xfrm>
            <a:off x="431801" y="1414131"/>
            <a:ext cx="11345471" cy="4881688"/>
          </a:xfrm>
          <a:prstGeom prst="rect">
            <a:avLst/>
          </a:prstGeom>
        </p:spPr>
        <p:txBody>
          <a:bodyPr>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endParaRPr lang="en-US" sz="2400" dirty="0"/>
          </a:p>
        </p:txBody>
      </p:sp>
      <p:graphicFrame>
        <p:nvGraphicFramePr>
          <p:cNvPr id="3" name="Table 3">
            <a:extLst>
              <a:ext uri="{FF2B5EF4-FFF2-40B4-BE49-F238E27FC236}">
                <a16:creationId xmlns:a16="http://schemas.microsoft.com/office/drawing/2014/main" id="{CFD98964-77D7-C205-2472-716859BC2CC6}"/>
              </a:ext>
            </a:extLst>
          </p:cNvPr>
          <p:cNvGraphicFramePr>
            <a:graphicFrameLocks noGrp="1"/>
          </p:cNvGraphicFramePr>
          <p:nvPr>
            <p:extLst>
              <p:ext uri="{D42A27DB-BD31-4B8C-83A1-F6EECF244321}">
                <p14:modId xmlns:p14="http://schemas.microsoft.com/office/powerpoint/2010/main" val="93957242"/>
              </p:ext>
            </p:extLst>
          </p:nvPr>
        </p:nvGraphicFramePr>
        <p:xfrm>
          <a:off x="2019881" y="1414131"/>
          <a:ext cx="8169310" cy="2280976"/>
        </p:xfrm>
        <a:graphic>
          <a:graphicData uri="http://schemas.openxmlformats.org/drawingml/2006/table">
            <a:tbl>
              <a:tblPr firstRow="1" bandRow="1">
                <a:tableStyleId>{5C22544A-7EE6-4342-B048-85BDC9FD1C3A}</a:tableStyleId>
              </a:tblPr>
              <a:tblGrid>
                <a:gridCol w="3603647">
                  <a:extLst>
                    <a:ext uri="{9D8B030D-6E8A-4147-A177-3AD203B41FA5}">
                      <a16:colId xmlns:a16="http://schemas.microsoft.com/office/drawing/2014/main" val="323774146"/>
                    </a:ext>
                  </a:extLst>
                </a:gridCol>
                <a:gridCol w="2314832">
                  <a:extLst>
                    <a:ext uri="{9D8B030D-6E8A-4147-A177-3AD203B41FA5}">
                      <a16:colId xmlns:a16="http://schemas.microsoft.com/office/drawing/2014/main" val="2093336665"/>
                    </a:ext>
                  </a:extLst>
                </a:gridCol>
                <a:gridCol w="2250831">
                  <a:extLst>
                    <a:ext uri="{9D8B030D-6E8A-4147-A177-3AD203B41FA5}">
                      <a16:colId xmlns:a16="http://schemas.microsoft.com/office/drawing/2014/main" val="570044107"/>
                    </a:ext>
                  </a:extLst>
                </a:gridCol>
              </a:tblGrid>
              <a:tr h="570244">
                <a:tc>
                  <a:txBody>
                    <a:bodyPr/>
                    <a:lstStyle/>
                    <a:p>
                      <a:pPr algn="ctr"/>
                      <a:endParaRPr lang="en-US" dirty="0"/>
                    </a:p>
                  </a:txBody>
                  <a:tcPr/>
                </a:tc>
                <a:tc>
                  <a:txBody>
                    <a:bodyPr/>
                    <a:lstStyle/>
                    <a:p>
                      <a:pPr algn="ctr"/>
                      <a:r>
                        <a:rPr lang="en-US" dirty="0"/>
                        <a:t>Professional-grade</a:t>
                      </a:r>
                    </a:p>
                  </a:txBody>
                  <a:tcPr/>
                </a:tc>
                <a:tc>
                  <a:txBody>
                    <a:bodyPr/>
                    <a:lstStyle/>
                    <a:p>
                      <a:pPr algn="ctr"/>
                      <a:r>
                        <a:rPr lang="en-US" dirty="0"/>
                        <a:t>Consumer-grade</a:t>
                      </a:r>
                    </a:p>
                  </a:txBody>
                  <a:tcPr/>
                </a:tc>
                <a:extLst>
                  <a:ext uri="{0D108BD9-81ED-4DB2-BD59-A6C34878D82A}">
                    <a16:rowId xmlns:a16="http://schemas.microsoft.com/office/drawing/2014/main" val="3978432703"/>
                  </a:ext>
                </a:extLst>
              </a:tr>
              <a:tr h="570244">
                <a:tc>
                  <a:txBody>
                    <a:bodyPr/>
                    <a:lstStyle/>
                    <a:p>
                      <a:r>
                        <a:rPr lang="en-US" sz="1800" dirty="0"/>
                        <a:t>Primary colors (3 patches) </a:t>
                      </a:r>
                      <a:endParaRPr lang="en-US" dirty="0"/>
                    </a:p>
                  </a:txBody>
                  <a:tcPr/>
                </a:tc>
                <a:tc>
                  <a:txBody>
                    <a:bodyPr/>
                    <a:lstStyle/>
                    <a:p>
                      <a:pPr algn="ctr"/>
                      <a:r>
                        <a:rPr lang="en-US" sz="1800" b="1" i="0" kern="1200" dirty="0">
                          <a:solidFill>
                            <a:schemeClr val="dk1"/>
                          </a:solidFill>
                          <a:effectLst/>
                          <a:latin typeface="+mn-lt"/>
                          <a:ea typeface="+mn-ea"/>
                          <a:cs typeface="+mn-cs"/>
                        </a:rPr>
                        <a:t>✓</a:t>
                      </a:r>
                      <a:endParaRPr lang="en-US" dirty="0"/>
                    </a:p>
                  </a:txBody>
                  <a:tcPr/>
                </a:tc>
                <a:tc>
                  <a:txBody>
                    <a:bodyPr/>
                    <a:lstStyle/>
                    <a:p>
                      <a:pPr algn="ctr"/>
                      <a:endParaRPr lang="en-US" dirty="0"/>
                    </a:p>
                  </a:txBody>
                  <a:tcPr/>
                </a:tc>
                <a:extLst>
                  <a:ext uri="{0D108BD9-81ED-4DB2-BD59-A6C34878D82A}">
                    <a16:rowId xmlns:a16="http://schemas.microsoft.com/office/drawing/2014/main" val="2905172365"/>
                  </a:ext>
                </a:extLst>
              </a:tr>
              <a:tr h="570244">
                <a:tc>
                  <a:txBody>
                    <a:bodyPr/>
                    <a:lstStyle/>
                    <a:p>
                      <a:r>
                        <a:rPr lang="en-US" sz="1800" dirty="0"/>
                        <a:t>Color cube (602 patches) </a:t>
                      </a:r>
                      <a:endParaRPr lang="en-US" dirty="0"/>
                    </a:p>
                  </a:txBody>
                  <a:tcPr/>
                </a:tc>
                <a:tc>
                  <a:txBody>
                    <a:bodyPr/>
                    <a:lstStyle/>
                    <a:p>
                      <a:pPr algn="ctr"/>
                      <a:r>
                        <a:rPr lang="en-US" sz="1800" b="1" i="0" kern="1200" dirty="0">
                          <a:solidFill>
                            <a:schemeClr val="dk1"/>
                          </a:solidFill>
                          <a:effectLst/>
                          <a:latin typeface="+mn-lt"/>
                          <a:ea typeface="+mn-ea"/>
                          <a:cs typeface="+mn-cs"/>
                        </a:rPr>
                        <a:t>✓</a:t>
                      </a:r>
                      <a:endParaRPr lang="en-US" dirty="0"/>
                    </a:p>
                  </a:txBody>
                  <a:tcPr/>
                </a:tc>
                <a:tc>
                  <a:txBody>
                    <a:bodyPr/>
                    <a:lstStyle/>
                    <a:p>
                      <a:pPr algn="ctr"/>
                      <a:endParaRPr lang="en-US" dirty="0"/>
                    </a:p>
                  </a:txBody>
                  <a:tcPr/>
                </a:tc>
                <a:extLst>
                  <a:ext uri="{0D108BD9-81ED-4DB2-BD59-A6C34878D82A}">
                    <a16:rowId xmlns:a16="http://schemas.microsoft.com/office/drawing/2014/main" val="3076541546"/>
                  </a:ext>
                </a:extLst>
              </a:tr>
              <a:tr h="570244">
                <a:tc>
                  <a:txBody>
                    <a:bodyPr/>
                    <a:lstStyle/>
                    <a:p>
                      <a:r>
                        <a:rPr lang="en-US" sz="1800" dirty="0"/>
                        <a:t>ColorChecker (24 patches) </a:t>
                      </a:r>
                      <a:endParaRPr lang="en-US" dirty="0"/>
                    </a:p>
                  </a:txBody>
                  <a:tcPr/>
                </a:tc>
                <a:tc>
                  <a:txBody>
                    <a:bodyPr/>
                    <a:lstStyle/>
                    <a:p>
                      <a:pPr algn="ctr"/>
                      <a:r>
                        <a:rPr lang="en-US" sz="1800" b="1" i="0" kern="1200" dirty="0">
                          <a:solidFill>
                            <a:schemeClr val="dk1"/>
                          </a:solidFill>
                          <a:effectLst/>
                          <a:latin typeface="+mn-lt"/>
                          <a:ea typeface="+mn-ea"/>
                          <a:cs typeface="+mn-cs"/>
                        </a:rPr>
                        <a:t>✓</a:t>
                      </a:r>
                      <a:endParaRPr lang="en-US" dirty="0"/>
                    </a:p>
                  </a:txBody>
                  <a:tcPr/>
                </a:tc>
                <a:tc>
                  <a:txBody>
                    <a:bodyPr/>
                    <a:lstStyle/>
                    <a:p>
                      <a:pPr algn="ctr"/>
                      <a:r>
                        <a:rPr lang="en-US" sz="1800" b="1" i="0" kern="1200" dirty="0">
                          <a:solidFill>
                            <a:schemeClr val="dk1"/>
                          </a:solidFill>
                          <a:effectLst/>
                          <a:latin typeface="+mn-lt"/>
                          <a:ea typeface="+mn-ea"/>
                          <a:cs typeface="+mn-cs"/>
                        </a:rPr>
                        <a:t>✓</a:t>
                      </a:r>
                      <a:endParaRPr lang="en-US" dirty="0"/>
                    </a:p>
                  </a:txBody>
                  <a:tcPr/>
                </a:tc>
                <a:extLst>
                  <a:ext uri="{0D108BD9-81ED-4DB2-BD59-A6C34878D82A}">
                    <a16:rowId xmlns:a16="http://schemas.microsoft.com/office/drawing/2014/main" val="3275007993"/>
                  </a:ext>
                </a:extLst>
              </a:tr>
            </a:tbl>
          </a:graphicData>
        </a:graphic>
      </p:graphicFrame>
      <p:sp>
        <p:nvSpPr>
          <p:cNvPr id="7" name="Content Placeholder 4">
            <a:extLst>
              <a:ext uri="{FF2B5EF4-FFF2-40B4-BE49-F238E27FC236}">
                <a16:creationId xmlns:a16="http://schemas.microsoft.com/office/drawing/2014/main" id="{C2F094B5-567D-025C-D092-60D88113BD5E}"/>
              </a:ext>
            </a:extLst>
          </p:cNvPr>
          <p:cNvSpPr txBox="1">
            <a:spLocks/>
          </p:cNvSpPr>
          <p:nvPr/>
        </p:nvSpPr>
        <p:spPr>
          <a:xfrm>
            <a:off x="431801" y="4278260"/>
            <a:ext cx="10852497" cy="851950"/>
          </a:xfrm>
          <a:prstGeom prst="rect">
            <a:avLst/>
          </a:prstGeom>
        </p:spPr>
        <p:txBody>
          <a:bodyPr>
            <a:normAutofit lnSpcReduction="10000"/>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400" dirty="0"/>
              <a:t>Datasets #1 and #2: report color gamut of Rift</a:t>
            </a:r>
          </a:p>
          <a:p>
            <a:r>
              <a:rPr lang="en-US" sz="2400" dirty="0"/>
              <a:t>Dataset #3: compare professional-grade with consumer-grade instruments </a:t>
            </a:r>
          </a:p>
          <a:p>
            <a:endParaRPr lang="en-US" sz="2400" dirty="0"/>
          </a:p>
        </p:txBody>
      </p:sp>
    </p:spTree>
    <p:extLst>
      <p:ext uri="{BB962C8B-B14F-4D97-AF65-F5344CB8AC3E}">
        <p14:creationId xmlns:p14="http://schemas.microsoft.com/office/powerpoint/2010/main" val="26387319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FBA5C9E-12B3-4216-9084-8B3EA671F7C5}"/>
              </a:ext>
            </a:extLst>
          </p:cNvPr>
          <p:cNvSpPr>
            <a:spLocks noGrp="1"/>
          </p:cNvSpPr>
          <p:nvPr>
            <p:ph type="title"/>
          </p:nvPr>
        </p:nvSpPr>
        <p:spPr/>
        <p:txBody>
          <a:bodyPr/>
          <a:lstStyle/>
          <a:p>
            <a:r>
              <a:rPr lang="en-US" dirty="0"/>
              <a:t>Measurement Data #1 (3 patches)</a:t>
            </a:r>
          </a:p>
        </p:txBody>
      </p:sp>
      <p:sp>
        <p:nvSpPr>
          <p:cNvPr id="5" name="Content Placeholder 4">
            <a:extLst>
              <a:ext uri="{FF2B5EF4-FFF2-40B4-BE49-F238E27FC236}">
                <a16:creationId xmlns:a16="http://schemas.microsoft.com/office/drawing/2014/main" id="{BC047DDD-FCC6-465E-9F11-9E74AED32C09}"/>
              </a:ext>
            </a:extLst>
          </p:cNvPr>
          <p:cNvSpPr>
            <a:spLocks noGrp="1"/>
          </p:cNvSpPr>
          <p:nvPr>
            <p:ph idx="1"/>
          </p:nvPr>
        </p:nvSpPr>
        <p:spPr>
          <a:xfrm>
            <a:off x="431801" y="1115959"/>
            <a:ext cx="5740399" cy="5135796"/>
          </a:xfrm>
        </p:spPr>
        <p:txBody>
          <a:bodyPr>
            <a:normAutofit lnSpcReduction="10000"/>
          </a:bodyPr>
          <a:lstStyle/>
          <a:p>
            <a:r>
              <a:rPr lang="en-US" sz="2400" dirty="0"/>
              <a:t>Spectra of primaries</a:t>
            </a:r>
          </a:p>
          <a:p>
            <a:pPr lvl="1"/>
            <a:r>
              <a:rPr lang="en-US" sz="2000" dirty="0"/>
              <a:t>Narrow-band spectra of LEDs</a:t>
            </a:r>
          </a:p>
          <a:p>
            <a:pPr lvl="1"/>
            <a:r>
              <a:rPr lang="en-US" sz="2000" dirty="0"/>
              <a:t>some overlapping between R/G, G/B</a:t>
            </a:r>
          </a:p>
          <a:p>
            <a:pPr lvl="1"/>
            <a:endParaRPr lang="en-US" sz="2000" dirty="0"/>
          </a:p>
          <a:p>
            <a:endParaRPr lang="en-US" sz="2400" dirty="0"/>
          </a:p>
          <a:p>
            <a:endParaRPr lang="en-US" sz="2400" dirty="0"/>
          </a:p>
          <a:p>
            <a:endParaRPr lang="en-US" sz="2400" dirty="0"/>
          </a:p>
          <a:p>
            <a:r>
              <a:rPr lang="en-US" sz="2400" i="1" u="sng" dirty="0"/>
              <a:t>Chromaticity gamut area</a:t>
            </a:r>
          </a:p>
          <a:p>
            <a:pPr lvl="1"/>
            <a:r>
              <a:rPr lang="en-US" sz="2000" dirty="0"/>
              <a:t>IDMS 5.18</a:t>
            </a:r>
          </a:p>
          <a:p>
            <a:r>
              <a:rPr lang="en-US" sz="2400" dirty="0"/>
              <a:t>Standard color spaces</a:t>
            </a:r>
          </a:p>
          <a:p>
            <a:pPr lvl="1"/>
            <a:r>
              <a:rPr lang="en-US" sz="2000" dirty="0"/>
              <a:t>sRGB &lt; DCI-P3 &lt; </a:t>
            </a:r>
            <a:r>
              <a:rPr lang="en-US" sz="2000" u="sng" dirty="0" err="1"/>
              <a:t>AdobeRGB</a:t>
            </a:r>
            <a:r>
              <a:rPr lang="en-US" sz="2000" dirty="0"/>
              <a:t> &lt; Rec. 2020 </a:t>
            </a:r>
          </a:p>
          <a:p>
            <a:endParaRPr lang="en-US" sz="2400" dirty="0"/>
          </a:p>
          <a:p>
            <a:r>
              <a:rPr lang="en-US" sz="2400" dirty="0"/>
              <a:t>Doesn’t represent the darker shades</a:t>
            </a:r>
          </a:p>
        </p:txBody>
      </p:sp>
      <p:pic>
        <p:nvPicPr>
          <p:cNvPr id="7" name="Picture 2">
            <a:extLst>
              <a:ext uri="{FF2B5EF4-FFF2-40B4-BE49-F238E27FC236}">
                <a16:creationId xmlns:a16="http://schemas.microsoft.com/office/drawing/2014/main" id="{A39FC70E-564F-0392-871D-2F36D5EC057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0122" r="16616"/>
          <a:stretch/>
        </p:blipFill>
        <p:spPr bwMode="auto">
          <a:xfrm>
            <a:off x="6096000" y="1069351"/>
            <a:ext cx="5255941" cy="53806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3">
            <a:extLst>
              <a:ext uri="{FF2B5EF4-FFF2-40B4-BE49-F238E27FC236}">
                <a16:creationId xmlns:a16="http://schemas.microsoft.com/office/drawing/2014/main" id="{357DEDF6-8D5D-24B0-BA10-A480A2AABF6D}"/>
              </a:ext>
            </a:extLst>
          </p:cNvPr>
          <p:cNvPicPr>
            <a:picLocks noChangeArrowheads="1"/>
          </p:cNvPicPr>
          <p:nvPr/>
        </p:nvPicPr>
        <p:blipFill>
          <a:blip r:embed="rId4">
            <a:extLst>
              <a:ext uri="{28A0092B-C50C-407E-A947-70E740481C1C}">
                <a14:useLocalDpi xmlns:a14="http://schemas.microsoft.com/office/drawing/2010/main" val="0"/>
              </a:ext>
            </a:extLst>
          </a:blip>
          <a:srcRect l="6816" t="-1311" r="7983" b="690"/>
          <a:stretch>
            <a:fillRect/>
          </a:stretch>
        </p:blipFill>
        <p:spPr bwMode="auto">
          <a:xfrm>
            <a:off x="1466589" y="2324432"/>
            <a:ext cx="3473402" cy="11045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a:extLst>
              <a:ext uri="{FF2B5EF4-FFF2-40B4-BE49-F238E27FC236}">
                <a16:creationId xmlns:a16="http://schemas.microsoft.com/office/drawing/2014/main" id="{D68CFE99-DA1E-E560-ABB0-89917980A724}"/>
              </a:ext>
            </a:extLst>
          </p:cNvPr>
          <p:cNvSpPr>
            <a:spLocks noGrp="1"/>
          </p:cNvSpPr>
          <p:nvPr>
            <p:ph type="sldNum" sz="quarter" idx="4"/>
          </p:nvPr>
        </p:nvSpPr>
        <p:spPr/>
        <p:txBody>
          <a:bodyPr/>
          <a:lstStyle/>
          <a:p>
            <a:fld id="{7D871F5F-C8AF-484B-B19A-A0CBCE8C7764}" type="slidenum">
              <a:rPr lang="en-US" smtClean="0"/>
              <a:t>10</a:t>
            </a:fld>
            <a:endParaRPr lang="en-US"/>
          </a:p>
        </p:txBody>
      </p:sp>
    </p:spTree>
    <p:extLst>
      <p:ext uri="{BB962C8B-B14F-4D97-AF65-F5344CB8AC3E}">
        <p14:creationId xmlns:p14="http://schemas.microsoft.com/office/powerpoint/2010/main" val="6926295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FBA5C9E-12B3-4216-9084-8B3EA671F7C5}"/>
              </a:ext>
            </a:extLst>
          </p:cNvPr>
          <p:cNvSpPr>
            <a:spLocks noGrp="1"/>
          </p:cNvSpPr>
          <p:nvPr>
            <p:ph type="title"/>
          </p:nvPr>
        </p:nvSpPr>
        <p:spPr/>
        <p:txBody>
          <a:bodyPr/>
          <a:lstStyle/>
          <a:p>
            <a:r>
              <a:rPr lang="en-US" dirty="0"/>
              <a:t>Measurement Data #2 (602 patches)</a:t>
            </a:r>
          </a:p>
        </p:txBody>
      </p:sp>
      <p:sp>
        <p:nvSpPr>
          <p:cNvPr id="5" name="Content Placeholder 4">
            <a:extLst>
              <a:ext uri="{FF2B5EF4-FFF2-40B4-BE49-F238E27FC236}">
                <a16:creationId xmlns:a16="http://schemas.microsoft.com/office/drawing/2014/main" id="{BC047DDD-FCC6-465E-9F11-9E74AED32C09}"/>
              </a:ext>
            </a:extLst>
          </p:cNvPr>
          <p:cNvSpPr>
            <a:spLocks noGrp="1"/>
          </p:cNvSpPr>
          <p:nvPr>
            <p:ph idx="1"/>
          </p:nvPr>
        </p:nvSpPr>
        <p:spPr>
          <a:xfrm>
            <a:off x="431801" y="1115958"/>
            <a:ext cx="5740399" cy="5385185"/>
          </a:xfrm>
        </p:spPr>
        <p:txBody>
          <a:bodyPr>
            <a:normAutofit fontScale="92500" lnSpcReduction="10000"/>
          </a:bodyPr>
          <a:lstStyle/>
          <a:p>
            <a:r>
              <a:rPr lang="en-US" sz="2400" i="1" u="sng" dirty="0"/>
              <a:t>Color gamut volume</a:t>
            </a:r>
          </a:p>
          <a:p>
            <a:pPr lvl="1"/>
            <a:r>
              <a:rPr lang="en-US" sz="2000" dirty="0"/>
              <a:t>IDMS 5.32</a:t>
            </a:r>
          </a:p>
          <a:p>
            <a:pPr lvl="1"/>
            <a:r>
              <a:rPr lang="en-US" sz="2000" dirty="0"/>
              <a:t>6 slides per volume</a:t>
            </a:r>
          </a:p>
          <a:p>
            <a:pPr lvl="1"/>
            <a:r>
              <a:rPr lang="en-US" sz="2000" dirty="0"/>
              <a:t>11x11 grid per side (121 points)</a:t>
            </a:r>
          </a:p>
          <a:p>
            <a:pPr lvl="1"/>
            <a:r>
              <a:rPr lang="en-US" sz="2000" dirty="0"/>
              <a:t>602 points in total</a:t>
            </a:r>
          </a:p>
          <a:p>
            <a:pPr lvl="1"/>
            <a:endParaRPr lang="en-US" sz="2000" dirty="0"/>
          </a:p>
          <a:p>
            <a:pPr lvl="1"/>
            <a:endParaRPr lang="en-US" sz="2000" dirty="0"/>
          </a:p>
          <a:p>
            <a:pPr lvl="1"/>
            <a:endParaRPr lang="en-US" sz="2000" dirty="0"/>
          </a:p>
          <a:p>
            <a:pPr lvl="1"/>
            <a:endParaRPr lang="en-US" sz="2000" dirty="0"/>
          </a:p>
          <a:p>
            <a:pPr lvl="1"/>
            <a:endParaRPr lang="en-US" sz="2000" dirty="0"/>
          </a:p>
          <a:p>
            <a:pPr lvl="1"/>
            <a:endParaRPr lang="en-US" sz="2000" dirty="0"/>
          </a:p>
          <a:p>
            <a:pPr lvl="1"/>
            <a:endParaRPr lang="en-US" sz="2000" dirty="0"/>
          </a:p>
          <a:p>
            <a:r>
              <a:rPr lang="en-US" sz="2400" dirty="0">
                <a:latin typeface="Calibri" panose="020F0502020204030204" pitchFamily="34" charset="0"/>
                <a:cs typeface="Calibri" panose="020F0502020204030204" pitchFamily="34" charset="0"/>
              </a:rPr>
              <a:t>Calculate volume by counting </a:t>
            </a:r>
            <a:r>
              <a:rPr lang="el-GR" sz="2400" dirty="0">
                <a:latin typeface="Calibri" panose="020F0502020204030204" pitchFamily="34" charset="0"/>
                <a:cs typeface="Calibri" panose="020F0502020204030204" pitchFamily="34" charset="0"/>
              </a:rPr>
              <a:t>Δ</a:t>
            </a:r>
            <a:r>
              <a:rPr lang="en-US" sz="2400" dirty="0"/>
              <a:t>E</a:t>
            </a:r>
            <a:r>
              <a:rPr lang="en-US" sz="2400" baseline="30000" dirty="0"/>
              <a:t>3</a:t>
            </a:r>
            <a:endParaRPr lang="en-US" sz="2400" dirty="0"/>
          </a:p>
          <a:p>
            <a:pPr lvl="1"/>
            <a:r>
              <a:rPr lang="en-US" sz="2000" dirty="0"/>
              <a:t>Rift: 1,273,100 </a:t>
            </a:r>
            <a:r>
              <a:rPr lang="el-GR" sz="2000" dirty="0">
                <a:latin typeface="Calibri" panose="020F0502020204030204" pitchFamily="34" charset="0"/>
                <a:cs typeface="Calibri" panose="020F0502020204030204" pitchFamily="34" charset="0"/>
              </a:rPr>
              <a:t>Δ</a:t>
            </a:r>
            <a:r>
              <a:rPr lang="en-US" sz="2000" dirty="0"/>
              <a:t>E</a:t>
            </a:r>
            <a:r>
              <a:rPr lang="en-US" sz="2000" baseline="30000" dirty="0"/>
              <a:t>3</a:t>
            </a:r>
            <a:endParaRPr lang="en-US" sz="2000" dirty="0"/>
          </a:p>
          <a:p>
            <a:pPr lvl="1"/>
            <a:r>
              <a:rPr lang="en-US" sz="2000" dirty="0"/>
              <a:t>sRGB: 830,732 </a:t>
            </a:r>
            <a:r>
              <a:rPr lang="el-GR" sz="2000" dirty="0">
                <a:latin typeface="Calibri" panose="020F0502020204030204" pitchFamily="34" charset="0"/>
                <a:cs typeface="Calibri" panose="020F0502020204030204" pitchFamily="34" charset="0"/>
              </a:rPr>
              <a:t>Δ</a:t>
            </a:r>
            <a:r>
              <a:rPr lang="en-US" sz="2000" dirty="0"/>
              <a:t>E</a:t>
            </a:r>
            <a:r>
              <a:rPr lang="en-US" sz="2000" baseline="30000" dirty="0"/>
              <a:t>3</a:t>
            </a:r>
          </a:p>
          <a:p>
            <a:pPr lvl="1"/>
            <a:r>
              <a:rPr lang="en-US" sz="2000" dirty="0"/>
              <a:t>53.25% larger</a:t>
            </a:r>
          </a:p>
        </p:txBody>
      </p:sp>
      <p:pic>
        <p:nvPicPr>
          <p:cNvPr id="2050" name="Picture 2">
            <a:extLst>
              <a:ext uri="{FF2B5EF4-FFF2-40B4-BE49-F238E27FC236}">
                <a16:creationId xmlns:a16="http://schemas.microsoft.com/office/drawing/2014/main" id="{A30D8BA4-1A20-302F-7113-258000C1CAE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6149" t="10139" r="7773" b="11597"/>
          <a:stretch>
            <a:fillRect/>
          </a:stretch>
        </p:blipFill>
        <p:spPr bwMode="auto">
          <a:xfrm>
            <a:off x="5745316" y="1069351"/>
            <a:ext cx="5348039" cy="4480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Picture 11">
            <a:extLst>
              <a:ext uri="{FF2B5EF4-FFF2-40B4-BE49-F238E27FC236}">
                <a16:creationId xmlns:a16="http://schemas.microsoft.com/office/drawing/2014/main" id="{A218CE1E-F25E-6DF8-FC2D-06C2E66D8243}"/>
              </a:ext>
            </a:extLst>
          </p:cNvPr>
          <p:cNvPicPr>
            <a:picLocks noChangeAspect="1"/>
          </p:cNvPicPr>
          <p:nvPr/>
        </p:nvPicPr>
        <p:blipFill>
          <a:blip r:embed="rId4"/>
          <a:stretch>
            <a:fillRect/>
          </a:stretch>
        </p:blipFill>
        <p:spPr>
          <a:xfrm>
            <a:off x="1098645" y="2864435"/>
            <a:ext cx="2731675" cy="2000792"/>
          </a:xfrm>
          <a:prstGeom prst="rect">
            <a:avLst/>
          </a:prstGeom>
        </p:spPr>
      </p:pic>
      <p:sp>
        <p:nvSpPr>
          <p:cNvPr id="2" name="Slide Number Placeholder 1">
            <a:extLst>
              <a:ext uri="{FF2B5EF4-FFF2-40B4-BE49-F238E27FC236}">
                <a16:creationId xmlns:a16="http://schemas.microsoft.com/office/drawing/2014/main" id="{97C03ADB-32BA-C783-1387-60BFBFA3AEBE}"/>
              </a:ext>
            </a:extLst>
          </p:cNvPr>
          <p:cNvSpPr>
            <a:spLocks noGrp="1"/>
          </p:cNvSpPr>
          <p:nvPr>
            <p:ph type="sldNum" sz="quarter" idx="4"/>
          </p:nvPr>
        </p:nvSpPr>
        <p:spPr/>
        <p:txBody>
          <a:bodyPr/>
          <a:lstStyle/>
          <a:p>
            <a:fld id="{7D871F5F-C8AF-484B-B19A-A0CBCE8C7764}" type="slidenum">
              <a:rPr lang="en-US" smtClean="0"/>
              <a:t>11</a:t>
            </a:fld>
            <a:endParaRPr lang="en-US"/>
          </a:p>
        </p:txBody>
      </p:sp>
      <p:sp>
        <p:nvSpPr>
          <p:cNvPr id="7" name="Content Placeholder 4">
            <a:extLst>
              <a:ext uri="{FF2B5EF4-FFF2-40B4-BE49-F238E27FC236}">
                <a16:creationId xmlns:a16="http://schemas.microsoft.com/office/drawing/2014/main" id="{A9191E2E-2C8A-B755-7564-AD85DD125A4F}"/>
              </a:ext>
            </a:extLst>
          </p:cNvPr>
          <p:cNvSpPr txBox="1">
            <a:spLocks/>
          </p:cNvSpPr>
          <p:nvPr/>
        </p:nvSpPr>
        <p:spPr>
          <a:xfrm>
            <a:off x="6172200" y="5742042"/>
            <a:ext cx="4921155" cy="463107"/>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28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400" kern="1200">
                <a:solidFill>
                  <a:srgbClr val="0070C0"/>
                </a:solidFill>
                <a:latin typeface="+mn-lt"/>
                <a:ea typeface="+mn-ea"/>
                <a:cs typeface="+mn-cs"/>
              </a:defRPr>
            </a:lvl2pPr>
            <a:lvl3pPr marL="1143000" indent="-228600" algn="l" defTabSz="457200" rtl="0" eaLnBrk="1" latinLnBrk="0" hangingPunct="1">
              <a:spcBef>
                <a:spcPct val="20000"/>
              </a:spcBef>
              <a:buFont typeface="Arial"/>
              <a:buChar char="•"/>
              <a:defRPr sz="20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8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800" kern="1200">
                <a:solidFill>
                  <a:srgbClr val="0070C0"/>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lvl="1"/>
            <a:r>
              <a:rPr lang="en-US" sz="2000" dirty="0">
                <a:latin typeface="Calibri" panose="020F0502020204030204" pitchFamily="34" charset="0"/>
                <a:cs typeface="Calibri" panose="020F0502020204030204" pitchFamily="34" charset="0"/>
              </a:rPr>
              <a:t>Calculated by IDMS Matlab code </a:t>
            </a:r>
            <a:endParaRPr lang="en-US" sz="2000" dirty="0"/>
          </a:p>
        </p:txBody>
      </p:sp>
    </p:spTree>
    <p:extLst>
      <p:ext uri="{BB962C8B-B14F-4D97-AF65-F5344CB8AC3E}">
        <p14:creationId xmlns:p14="http://schemas.microsoft.com/office/powerpoint/2010/main" val="5659357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a:extLst>
              <a:ext uri="{FF2B5EF4-FFF2-40B4-BE49-F238E27FC236}">
                <a16:creationId xmlns:a16="http://schemas.microsoft.com/office/drawing/2014/main" id="{FC5D41C2-18C7-C671-7795-EDB917EC8D1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65576" y="1291697"/>
            <a:ext cx="7594622" cy="47377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3">
            <a:extLst>
              <a:ext uri="{FF2B5EF4-FFF2-40B4-BE49-F238E27FC236}">
                <a16:creationId xmlns:a16="http://schemas.microsoft.com/office/drawing/2014/main" id="{AFBA5C9E-12B3-4216-9084-8B3EA671F7C5}"/>
              </a:ext>
            </a:extLst>
          </p:cNvPr>
          <p:cNvSpPr>
            <a:spLocks noGrp="1"/>
          </p:cNvSpPr>
          <p:nvPr>
            <p:ph type="title"/>
          </p:nvPr>
        </p:nvSpPr>
        <p:spPr/>
        <p:txBody>
          <a:bodyPr/>
          <a:lstStyle/>
          <a:p>
            <a:r>
              <a:rPr lang="en-US" dirty="0"/>
              <a:t>Measurement Data #3 (24 patches)</a:t>
            </a:r>
          </a:p>
        </p:txBody>
      </p:sp>
      <p:sp>
        <p:nvSpPr>
          <p:cNvPr id="5" name="Content Placeholder 4">
            <a:extLst>
              <a:ext uri="{FF2B5EF4-FFF2-40B4-BE49-F238E27FC236}">
                <a16:creationId xmlns:a16="http://schemas.microsoft.com/office/drawing/2014/main" id="{BC047DDD-FCC6-465E-9F11-9E74AED32C09}"/>
              </a:ext>
            </a:extLst>
          </p:cNvPr>
          <p:cNvSpPr>
            <a:spLocks noGrp="1"/>
          </p:cNvSpPr>
          <p:nvPr>
            <p:ph idx="1"/>
          </p:nvPr>
        </p:nvSpPr>
        <p:spPr>
          <a:xfrm>
            <a:off x="431802" y="1115959"/>
            <a:ext cx="4344438" cy="4881688"/>
          </a:xfrm>
        </p:spPr>
        <p:txBody>
          <a:bodyPr>
            <a:normAutofit/>
          </a:bodyPr>
          <a:lstStyle/>
          <a:p>
            <a:r>
              <a:rPr lang="en-US" sz="2400" dirty="0"/>
              <a:t>Measured spectra/shades </a:t>
            </a:r>
          </a:p>
          <a:p>
            <a:r>
              <a:rPr lang="en-US" sz="2400" dirty="0"/>
              <a:t>ColorChecker</a:t>
            </a:r>
          </a:p>
          <a:p>
            <a:pPr lvl="1"/>
            <a:r>
              <a:rPr lang="en-US" sz="2000" dirty="0"/>
              <a:t>RGB (1 spike)</a:t>
            </a:r>
          </a:p>
          <a:p>
            <a:pPr lvl="1"/>
            <a:r>
              <a:rPr lang="en-US" sz="2000" dirty="0"/>
              <a:t>CYM (2 spikes)</a:t>
            </a:r>
          </a:p>
          <a:p>
            <a:pPr lvl="1"/>
            <a:r>
              <a:rPr lang="en-US" sz="2000" dirty="0"/>
              <a:t>Grayscale (3 spikes)</a:t>
            </a:r>
          </a:p>
          <a:p>
            <a:pPr lvl="1"/>
            <a:endParaRPr lang="en-US" sz="2000" dirty="0"/>
          </a:p>
        </p:txBody>
      </p:sp>
      <p:sp>
        <p:nvSpPr>
          <p:cNvPr id="2" name="Slide Number Placeholder 1">
            <a:extLst>
              <a:ext uri="{FF2B5EF4-FFF2-40B4-BE49-F238E27FC236}">
                <a16:creationId xmlns:a16="http://schemas.microsoft.com/office/drawing/2014/main" id="{E94E80C4-2E95-4E58-86E3-83CBE49CA87E}"/>
              </a:ext>
            </a:extLst>
          </p:cNvPr>
          <p:cNvSpPr>
            <a:spLocks noGrp="1"/>
          </p:cNvSpPr>
          <p:nvPr>
            <p:ph type="sldNum" sz="quarter" idx="4"/>
          </p:nvPr>
        </p:nvSpPr>
        <p:spPr/>
        <p:txBody>
          <a:bodyPr/>
          <a:lstStyle/>
          <a:p>
            <a:fld id="{7D871F5F-C8AF-484B-B19A-A0CBCE8C7764}" type="slidenum">
              <a:rPr lang="en-US" smtClean="0"/>
              <a:t>12</a:t>
            </a:fld>
            <a:endParaRPr lang="en-US"/>
          </a:p>
        </p:txBody>
      </p:sp>
    </p:spTree>
    <p:extLst>
      <p:ext uri="{BB962C8B-B14F-4D97-AF65-F5344CB8AC3E}">
        <p14:creationId xmlns:p14="http://schemas.microsoft.com/office/powerpoint/2010/main" val="12826892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FBA5C9E-12B3-4216-9084-8B3EA671F7C5}"/>
              </a:ext>
            </a:extLst>
          </p:cNvPr>
          <p:cNvSpPr>
            <a:spLocks noGrp="1"/>
          </p:cNvSpPr>
          <p:nvPr>
            <p:ph type="title"/>
          </p:nvPr>
        </p:nvSpPr>
        <p:spPr/>
        <p:txBody>
          <a:bodyPr/>
          <a:lstStyle/>
          <a:p>
            <a:r>
              <a:rPr lang="en-US" dirty="0"/>
              <a:t>Measurement Data #3 from Consumer-grade</a:t>
            </a:r>
          </a:p>
        </p:txBody>
      </p:sp>
      <p:sp>
        <p:nvSpPr>
          <p:cNvPr id="5" name="Content Placeholder 4">
            <a:extLst>
              <a:ext uri="{FF2B5EF4-FFF2-40B4-BE49-F238E27FC236}">
                <a16:creationId xmlns:a16="http://schemas.microsoft.com/office/drawing/2014/main" id="{BC047DDD-FCC6-465E-9F11-9E74AED32C09}"/>
              </a:ext>
            </a:extLst>
          </p:cNvPr>
          <p:cNvSpPr>
            <a:spLocks noGrp="1"/>
          </p:cNvSpPr>
          <p:nvPr>
            <p:ph idx="1"/>
          </p:nvPr>
        </p:nvSpPr>
        <p:spPr>
          <a:xfrm>
            <a:off x="431801" y="1115959"/>
            <a:ext cx="5740399" cy="4881688"/>
          </a:xfrm>
        </p:spPr>
        <p:txBody>
          <a:bodyPr>
            <a:normAutofit/>
          </a:bodyPr>
          <a:lstStyle/>
          <a:p>
            <a:r>
              <a:rPr lang="en-US" sz="2400" dirty="0"/>
              <a:t>Color errors calculated in CIEDE2000</a:t>
            </a:r>
          </a:p>
          <a:p>
            <a:pPr lvl="1"/>
            <a:r>
              <a:rPr lang="en-US" sz="2000" dirty="0"/>
              <a:t>“General” backlight</a:t>
            </a:r>
          </a:p>
          <a:p>
            <a:pPr lvl="1"/>
            <a:r>
              <a:rPr lang="en-US" sz="2000" dirty="0"/>
              <a:t>Mean: 1.02</a:t>
            </a:r>
          </a:p>
          <a:p>
            <a:pPr lvl="1"/>
            <a:r>
              <a:rPr lang="en-US" sz="2000" dirty="0"/>
              <a:t>Maximum: 3.21</a:t>
            </a:r>
          </a:p>
          <a:p>
            <a:pPr lvl="1"/>
            <a:r>
              <a:rPr lang="en-US" sz="2000" dirty="0"/>
              <a:t>Standard deviation: 0.68</a:t>
            </a:r>
          </a:p>
          <a:p>
            <a:r>
              <a:rPr lang="en-US" sz="2400" dirty="0"/>
              <a:t>Larger color errors</a:t>
            </a:r>
          </a:p>
          <a:p>
            <a:pPr lvl="1"/>
            <a:r>
              <a:rPr lang="en-US" sz="2000" dirty="0"/>
              <a:t>Patches #1, #4, #7, #15, #23 and #24</a:t>
            </a:r>
          </a:p>
        </p:txBody>
      </p:sp>
      <p:pic>
        <p:nvPicPr>
          <p:cNvPr id="5122" name="Picture 2">
            <a:extLst>
              <a:ext uri="{FF2B5EF4-FFF2-40B4-BE49-F238E27FC236}">
                <a16:creationId xmlns:a16="http://schemas.microsoft.com/office/drawing/2014/main" id="{39A6E88B-B2B7-BE01-63E4-61AE220104F4}"/>
              </a:ext>
            </a:extLst>
          </p:cNvPr>
          <p:cNvPicPr>
            <a:picLocks noChangeArrowheads="1"/>
          </p:cNvPicPr>
          <p:nvPr/>
        </p:nvPicPr>
        <p:blipFill>
          <a:blip r:embed="rId2">
            <a:extLst>
              <a:ext uri="{28A0092B-C50C-407E-A947-70E740481C1C}">
                <a14:useLocalDpi xmlns:a14="http://schemas.microsoft.com/office/drawing/2010/main" val="0"/>
              </a:ext>
            </a:extLst>
          </a:blip>
          <a:srcRect l="3929" t="-337" r="7669"/>
          <a:stretch>
            <a:fillRect/>
          </a:stretch>
        </p:blipFill>
        <p:spPr bwMode="auto">
          <a:xfrm>
            <a:off x="5508079" y="1522896"/>
            <a:ext cx="6010783" cy="3812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a:extLst>
              <a:ext uri="{FF2B5EF4-FFF2-40B4-BE49-F238E27FC236}">
                <a16:creationId xmlns:a16="http://schemas.microsoft.com/office/drawing/2014/main" id="{1D199216-AF97-6BD6-3C33-375C92529363}"/>
              </a:ext>
            </a:extLst>
          </p:cNvPr>
          <p:cNvSpPr>
            <a:spLocks noGrp="1"/>
          </p:cNvSpPr>
          <p:nvPr>
            <p:ph type="sldNum" sz="quarter" idx="4"/>
          </p:nvPr>
        </p:nvSpPr>
        <p:spPr/>
        <p:txBody>
          <a:bodyPr/>
          <a:lstStyle/>
          <a:p>
            <a:fld id="{7D871F5F-C8AF-484B-B19A-A0CBCE8C7764}" type="slidenum">
              <a:rPr lang="en-US" smtClean="0"/>
              <a:t>13</a:t>
            </a:fld>
            <a:endParaRPr lang="en-US"/>
          </a:p>
        </p:txBody>
      </p:sp>
      <p:pic>
        <p:nvPicPr>
          <p:cNvPr id="5128" name="Picture 5127">
            <a:extLst>
              <a:ext uri="{FF2B5EF4-FFF2-40B4-BE49-F238E27FC236}">
                <a16:creationId xmlns:a16="http://schemas.microsoft.com/office/drawing/2014/main" id="{D0B50CC8-BEE3-AB2A-09E0-3E1E6B673B20}"/>
              </a:ext>
            </a:extLst>
          </p:cNvPr>
          <p:cNvPicPr>
            <a:picLocks noChangeAspect="1"/>
          </p:cNvPicPr>
          <p:nvPr/>
        </p:nvPicPr>
        <p:blipFill>
          <a:blip r:embed="rId3"/>
          <a:stretch>
            <a:fillRect/>
          </a:stretch>
        </p:blipFill>
        <p:spPr>
          <a:xfrm>
            <a:off x="673138" y="5050010"/>
            <a:ext cx="4931446" cy="1024047"/>
          </a:xfrm>
          <a:prstGeom prst="rect">
            <a:avLst/>
          </a:prstGeom>
        </p:spPr>
      </p:pic>
    </p:spTree>
    <p:extLst>
      <p:ext uri="{BB962C8B-B14F-4D97-AF65-F5344CB8AC3E}">
        <p14:creationId xmlns:p14="http://schemas.microsoft.com/office/powerpoint/2010/main" val="1944986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FBA5C9E-12B3-4216-9084-8B3EA671F7C5}"/>
              </a:ext>
            </a:extLst>
          </p:cNvPr>
          <p:cNvSpPr>
            <a:spLocks noGrp="1"/>
          </p:cNvSpPr>
          <p:nvPr>
            <p:ph type="title"/>
          </p:nvPr>
        </p:nvSpPr>
        <p:spPr/>
        <p:txBody>
          <a:bodyPr/>
          <a:lstStyle/>
          <a:p>
            <a:r>
              <a:rPr lang="en-US" dirty="0"/>
              <a:t>CCK Accuracy vs Backlight Mode</a:t>
            </a:r>
          </a:p>
        </p:txBody>
      </p:sp>
      <p:sp>
        <p:nvSpPr>
          <p:cNvPr id="5" name="Content Placeholder 4">
            <a:extLst>
              <a:ext uri="{FF2B5EF4-FFF2-40B4-BE49-F238E27FC236}">
                <a16:creationId xmlns:a16="http://schemas.microsoft.com/office/drawing/2014/main" id="{BC047DDD-FCC6-465E-9F11-9E74AED32C09}"/>
              </a:ext>
            </a:extLst>
          </p:cNvPr>
          <p:cNvSpPr>
            <a:spLocks noGrp="1"/>
          </p:cNvSpPr>
          <p:nvPr>
            <p:ph idx="1"/>
          </p:nvPr>
        </p:nvSpPr>
        <p:spPr>
          <a:xfrm>
            <a:off x="431801" y="1115959"/>
            <a:ext cx="5740399" cy="4881688"/>
          </a:xfrm>
        </p:spPr>
        <p:txBody>
          <a:bodyPr>
            <a:normAutofit/>
          </a:bodyPr>
          <a:lstStyle/>
          <a:p>
            <a:r>
              <a:rPr lang="en-US" sz="2400" dirty="0"/>
              <a:t>“Backlight modes”</a:t>
            </a:r>
          </a:p>
          <a:p>
            <a:pPr lvl="1"/>
            <a:r>
              <a:rPr lang="en-US" sz="2000" dirty="0"/>
              <a:t>The mean errors are about the same</a:t>
            </a:r>
          </a:p>
        </p:txBody>
      </p:sp>
      <p:pic>
        <p:nvPicPr>
          <p:cNvPr id="6146" name="Picture 2">
            <a:extLst>
              <a:ext uri="{FF2B5EF4-FFF2-40B4-BE49-F238E27FC236}">
                <a16:creationId xmlns:a16="http://schemas.microsoft.com/office/drawing/2014/main" id="{E0EE4FCA-AA56-5383-0353-051A78560A9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24197" y="2344606"/>
            <a:ext cx="7943605" cy="29540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a:extLst>
              <a:ext uri="{FF2B5EF4-FFF2-40B4-BE49-F238E27FC236}">
                <a16:creationId xmlns:a16="http://schemas.microsoft.com/office/drawing/2014/main" id="{2A5BC2C7-71E1-751D-FBC5-2AB62C60CCF8}"/>
              </a:ext>
            </a:extLst>
          </p:cNvPr>
          <p:cNvSpPr>
            <a:spLocks noGrp="1"/>
          </p:cNvSpPr>
          <p:nvPr>
            <p:ph type="sldNum" sz="quarter" idx="4"/>
          </p:nvPr>
        </p:nvSpPr>
        <p:spPr/>
        <p:txBody>
          <a:bodyPr/>
          <a:lstStyle/>
          <a:p>
            <a:fld id="{7D871F5F-C8AF-484B-B19A-A0CBCE8C7764}" type="slidenum">
              <a:rPr lang="en-US" smtClean="0"/>
              <a:t>14</a:t>
            </a:fld>
            <a:endParaRPr lang="en-US"/>
          </a:p>
        </p:txBody>
      </p:sp>
    </p:spTree>
    <p:extLst>
      <p:ext uri="{BB962C8B-B14F-4D97-AF65-F5344CB8AC3E}">
        <p14:creationId xmlns:p14="http://schemas.microsoft.com/office/powerpoint/2010/main" val="19784372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FBA5C9E-12B3-4216-9084-8B3EA671F7C5}"/>
              </a:ext>
            </a:extLst>
          </p:cNvPr>
          <p:cNvSpPr>
            <a:spLocks noGrp="1"/>
          </p:cNvSpPr>
          <p:nvPr>
            <p:ph type="title"/>
          </p:nvPr>
        </p:nvSpPr>
        <p:spPr/>
        <p:txBody>
          <a:bodyPr/>
          <a:lstStyle/>
          <a:p>
            <a:r>
              <a:rPr lang="en-US" dirty="0"/>
              <a:t>Error Analysis</a:t>
            </a:r>
          </a:p>
        </p:txBody>
      </p:sp>
      <p:sp>
        <p:nvSpPr>
          <p:cNvPr id="5" name="Content Placeholder 4">
            <a:extLst>
              <a:ext uri="{FF2B5EF4-FFF2-40B4-BE49-F238E27FC236}">
                <a16:creationId xmlns:a16="http://schemas.microsoft.com/office/drawing/2014/main" id="{BC047DDD-FCC6-465E-9F11-9E74AED32C09}"/>
              </a:ext>
            </a:extLst>
          </p:cNvPr>
          <p:cNvSpPr>
            <a:spLocks noGrp="1"/>
          </p:cNvSpPr>
          <p:nvPr>
            <p:ph idx="1"/>
          </p:nvPr>
        </p:nvSpPr>
        <p:spPr>
          <a:xfrm>
            <a:off x="431800" y="1115959"/>
            <a:ext cx="8188093" cy="4881688"/>
          </a:xfrm>
        </p:spPr>
        <p:txBody>
          <a:bodyPr>
            <a:normAutofit/>
          </a:bodyPr>
          <a:lstStyle/>
          <a:p>
            <a:r>
              <a:rPr lang="en-US" sz="2400" dirty="0"/>
              <a:t>Fit CIEXYZ values with linear regression</a:t>
            </a:r>
          </a:p>
          <a:p>
            <a:pPr lvl="1"/>
            <a:r>
              <a:rPr lang="en-US" sz="2000" dirty="0"/>
              <a:t>R</a:t>
            </a:r>
            <a:r>
              <a:rPr lang="en-US" sz="2000" baseline="30000" dirty="0"/>
              <a:t>2</a:t>
            </a:r>
            <a:r>
              <a:rPr lang="en-US" sz="2000" dirty="0"/>
              <a:t> &gt; 0.99 =&gt; X, Y, and Z have </a:t>
            </a:r>
            <a:r>
              <a:rPr lang="en-US" sz="2000"/>
              <a:t>perfect linearity</a:t>
            </a:r>
            <a:endParaRPr lang="en-US" sz="2000" dirty="0"/>
          </a:p>
          <a:p>
            <a:r>
              <a:rPr lang="en-US" sz="2400" dirty="0"/>
              <a:t>CIE Z deviated</a:t>
            </a:r>
          </a:p>
          <a:p>
            <a:pPr lvl="1"/>
            <a:r>
              <a:rPr lang="en-US" sz="2000" dirty="0"/>
              <a:t>Error increases as Z decreases</a:t>
            </a:r>
          </a:p>
          <a:p>
            <a:pPr lvl="1"/>
            <a:r>
              <a:rPr lang="en-US" sz="2000" dirty="0"/>
              <a:t>Larger errors for darker shades</a:t>
            </a:r>
          </a:p>
          <a:p>
            <a:endParaRPr lang="en-US" sz="2400" dirty="0"/>
          </a:p>
        </p:txBody>
      </p:sp>
      <p:pic>
        <p:nvPicPr>
          <p:cNvPr id="7170" name="Picture 1156246394">
            <a:extLst>
              <a:ext uri="{FF2B5EF4-FFF2-40B4-BE49-F238E27FC236}">
                <a16:creationId xmlns:a16="http://schemas.microsoft.com/office/drawing/2014/main" id="{859BA60C-6655-559D-F312-35E5477440AC}"/>
              </a:ext>
            </a:extLst>
          </p:cNvPr>
          <p:cNvPicPr>
            <a:picLocks noChangeArrowheads="1"/>
          </p:cNvPicPr>
          <p:nvPr/>
        </p:nvPicPr>
        <p:blipFill>
          <a:blip r:embed="rId2">
            <a:extLst>
              <a:ext uri="{28A0092B-C50C-407E-A947-70E740481C1C}">
                <a14:useLocalDpi xmlns:a14="http://schemas.microsoft.com/office/drawing/2010/main" val="0"/>
              </a:ext>
            </a:extLst>
          </a:blip>
          <a:srcRect l="2953"/>
          <a:stretch>
            <a:fillRect/>
          </a:stretch>
        </p:blipFill>
        <p:spPr bwMode="auto">
          <a:xfrm>
            <a:off x="615816" y="3138278"/>
            <a:ext cx="8919695" cy="3377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4">
            <a:extLst>
              <a:ext uri="{FF2B5EF4-FFF2-40B4-BE49-F238E27FC236}">
                <a16:creationId xmlns:a16="http://schemas.microsoft.com/office/drawing/2014/main" id="{7C33894F-B94B-21A2-6EC4-534E18555016}"/>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3" name="Object 2">
            <a:extLst>
              <a:ext uri="{FF2B5EF4-FFF2-40B4-BE49-F238E27FC236}">
                <a16:creationId xmlns:a16="http://schemas.microsoft.com/office/drawing/2014/main" id="{8D5FEBB8-6597-FA1D-F532-49E03D0CF12E}"/>
              </a:ext>
            </a:extLst>
          </p:cNvPr>
          <p:cNvGraphicFramePr>
            <a:graphicFrameLocks noChangeAspect="1"/>
          </p:cNvGraphicFramePr>
          <p:nvPr>
            <p:extLst>
              <p:ext uri="{D42A27DB-BD31-4B8C-83A1-F6EECF244321}">
                <p14:modId xmlns:p14="http://schemas.microsoft.com/office/powerpoint/2010/main" val="3051575761"/>
              </p:ext>
            </p:extLst>
          </p:nvPr>
        </p:nvGraphicFramePr>
        <p:xfrm>
          <a:off x="8628571" y="939471"/>
          <a:ext cx="1427650" cy="908505"/>
        </p:xfrm>
        <a:graphic>
          <a:graphicData uri="http://schemas.openxmlformats.org/presentationml/2006/ole">
            <mc:AlternateContent xmlns:mc="http://schemas.openxmlformats.org/markup-compatibility/2006">
              <mc:Choice xmlns:v="urn:schemas-microsoft-com:vml" Requires="v">
                <p:oleObj name="Equation" r:id="rId3" imgW="1244600" imgH="787400" progId="Equation.3">
                  <p:embed/>
                </p:oleObj>
              </mc:Choice>
              <mc:Fallback>
                <p:oleObj name="Equation" r:id="rId3" imgW="1244600" imgH="787400" progId="Equation.3">
                  <p:embed/>
                  <p:pic>
                    <p:nvPicPr>
                      <p:cNvPr id="3" name="Object 2">
                        <a:extLst>
                          <a:ext uri="{FF2B5EF4-FFF2-40B4-BE49-F238E27FC236}">
                            <a16:creationId xmlns:a16="http://schemas.microsoft.com/office/drawing/2014/main" id="{8D5FEBB8-6597-FA1D-F532-49E03D0CF12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28571" y="939471"/>
                        <a:ext cx="1427650" cy="908505"/>
                      </a:xfrm>
                      <a:prstGeom prst="rect">
                        <a:avLst/>
                      </a:prstGeom>
                      <a:noFill/>
                    </p:spPr>
                  </p:pic>
                </p:oleObj>
              </mc:Fallback>
            </mc:AlternateContent>
          </a:graphicData>
        </a:graphic>
      </p:graphicFrame>
      <p:pic>
        <p:nvPicPr>
          <p:cNvPr id="9" name="Picture 8">
            <a:extLst>
              <a:ext uri="{FF2B5EF4-FFF2-40B4-BE49-F238E27FC236}">
                <a16:creationId xmlns:a16="http://schemas.microsoft.com/office/drawing/2014/main" id="{D1718F75-1609-6F8B-96C0-3619EA217DE3}"/>
              </a:ext>
            </a:extLst>
          </p:cNvPr>
          <p:cNvPicPr>
            <a:picLocks noChangeAspect="1"/>
          </p:cNvPicPr>
          <p:nvPr/>
        </p:nvPicPr>
        <p:blipFill rotWithShape="1">
          <a:blip r:embed="rId5"/>
          <a:srcRect l="33567" r="34329" b="22013"/>
          <a:stretch/>
        </p:blipFill>
        <p:spPr>
          <a:xfrm>
            <a:off x="7578471" y="2016641"/>
            <a:ext cx="3914079" cy="1075029"/>
          </a:xfrm>
          <a:prstGeom prst="rect">
            <a:avLst/>
          </a:prstGeom>
        </p:spPr>
      </p:pic>
      <p:pic>
        <p:nvPicPr>
          <p:cNvPr id="7173" name="Picture 5">
            <a:extLst>
              <a:ext uri="{FF2B5EF4-FFF2-40B4-BE49-F238E27FC236}">
                <a16:creationId xmlns:a16="http://schemas.microsoft.com/office/drawing/2014/main" id="{F2ED04C5-45F9-4F8B-CD63-14AC9294B551}"/>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14445" r="18726"/>
          <a:stretch/>
        </p:blipFill>
        <p:spPr bwMode="auto">
          <a:xfrm>
            <a:off x="9167352" y="3429000"/>
            <a:ext cx="2408832" cy="2376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Rectangle 9">
            <a:extLst>
              <a:ext uri="{FF2B5EF4-FFF2-40B4-BE49-F238E27FC236}">
                <a16:creationId xmlns:a16="http://schemas.microsoft.com/office/drawing/2014/main" id="{89252D62-A27D-8ACC-22A7-0F502CE83B42}"/>
              </a:ext>
            </a:extLst>
          </p:cNvPr>
          <p:cNvSpPr/>
          <p:nvPr/>
        </p:nvSpPr>
        <p:spPr>
          <a:xfrm>
            <a:off x="10385299" y="1847976"/>
            <a:ext cx="1107252" cy="1290302"/>
          </a:xfrm>
          <a:prstGeom prst="rect">
            <a:avLst/>
          </a:prstGeom>
          <a:noFill/>
          <a:ln w="381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AD523143-CA15-90A7-B587-C253DF63B4A7}"/>
              </a:ext>
            </a:extLst>
          </p:cNvPr>
          <p:cNvSpPr/>
          <p:nvPr/>
        </p:nvSpPr>
        <p:spPr>
          <a:xfrm>
            <a:off x="8505994" y="2644117"/>
            <a:ext cx="885954" cy="447554"/>
          </a:xfrm>
          <a:prstGeom prst="rect">
            <a:avLst/>
          </a:prstGeom>
          <a:noFill/>
          <a:ln w="381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Slide Number Placeholder 5">
            <a:extLst>
              <a:ext uri="{FF2B5EF4-FFF2-40B4-BE49-F238E27FC236}">
                <a16:creationId xmlns:a16="http://schemas.microsoft.com/office/drawing/2014/main" id="{58B5CCC6-29B6-181A-311E-628EC1619883}"/>
              </a:ext>
            </a:extLst>
          </p:cNvPr>
          <p:cNvSpPr>
            <a:spLocks noGrp="1"/>
          </p:cNvSpPr>
          <p:nvPr>
            <p:ph type="sldNum" sz="quarter" idx="4"/>
          </p:nvPr>
        </p:nvSpPr>
        <p:spPr/>
        <p:txBody>
          <a:bodyPr/>
          <a:lstStyle/>
          <a:p>
            <a:fld id="{7D871F5F-C8AF-484B-B19A-A0CBCE8C7764}" type="slidenum">
              <a:rPr lang="en-US" smtClean="0"/>
              <a:t>15</a:t>
            </a:fld>
            <a:endParaRPr lang="en-US"/>
          </a:p>
        </p:txBody>
      </p:sp>
    </p:spTree>
    <p:extLst>
      <p:ext uri="{BB962C8B-B14F-4D97-AF65-F5344CB8AC3E}">
        <p14:creationId xmlns:p14="http://schemas.microsoft.com/office/powerpoint/2010/main" val="5697472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FBA5C9E-12B3-4216-9084-8B3EA671F7C5}"/>
              </a:ext>
            </a:extLst>
          </p:cNvPr>
          <p:cNvSpPr>
            <a:spLocks noGrp="1"/>
          </p:cNvSpPr>
          <p:nvPr>
            <p:ph type="title"/>
          </p:nvPr>
        </p:nvSpPr>
        <p:spPr/>
        <p:txBody>
          <a:bodyPr/>
          <a:lstStyle/>
          <a:p>
            <a:r>
              <a:rPr lang="en-US" dirty="0"/>
              <a:t>Calibration</a:t>
            </a:r>
          </a:p>
        </p:txBody>
      </p:sp>
      <p:sp>
        <p:nvSpPr>
          <p:cNvPr id="5" name="Content Placeholder 4">
            <a:extLst>
              <a:ext uri="{FF2B5EF4-FFF2-40B4-BE49-F238E27FC236}">
                <a16:creationId xmlns:a16="http://schemas.microsoft.com/office/drawing/2014/main" id="{BC047DDD-FCC6-465E-9F11-9E74AED32C09}"/>
              </a:ext>
            </a:extLst>
          </p:cNvPr>
          <p:cNvSpPr>
            <a:spLocks noGrp="1"/>
          </p:cNvSpPr>
          <p:nvPr>
            <p:ph idx="1"/>
          </p:nvPr>
        </p:nvSpPr>
        <p:spPr>
          <a:xfrm>
            <a:off x="431800" y="1115959"/>
            <a:ext cx="8188093" cy="4881688"/>
          </a:xfrm>
        </p:spPr>
        <p:txBody>
          <a:bodyPr>
            <a:normAutofit/>
          </a:bodyPr>
          <a:lstStyle/>
          <a:p>
            <a:r>
              <a:rPr lang="en-US" sz="2400" dirty="0"/>
              <a:t>Scale coefficients of X and Z to equalize their slopes with Y</a:t>
            </a:r>
          </a:p>
          <a:p>
            <a:endParaRPr lang="en-US" sz="2400" dirty="0"/>
          </a:p>
        </p:txBody>
      </p:sp>
      <p:sp>
        <p:nvSpPr>
          <p:cNvPr id="2" name="Rectangle 4">
            <a:extLst>
              <a:ext uri="{FF2B5EF4-FFF2-40B4-BE49-F238E27FC236}">
                <a16:creationId xmlns:a16="http://schemas.microsoft.com/office/drawing/2014/main" id="{7C33894F-B94B-21A2-6EC4-534E18555016}"/>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6" name="Slide Number Placeholder 5">
            <a:extLst>
              <a:ext uri="{FF2B5EF4-FFF2-40B4-BE49-F238E27FC236}">
                <a16:creationId xmlns:a16="http://schemas.microsoft.com/office/drawing/2014/main" id="{58B5CCC6-29B6-181A-311E-628EC1619883}"/>
              </a:ext>
            </a:extLst>
          </p:cNvPr>
          <p:cNvSpPr>
            <a:spLocks noGrp="1"/>
          </p:cNvSpPr>
          <p:nvPr>
            <p:ph type="sldNum" sz="quarter" idx="4"/>
          </p:nvPr>
        </p:nvSpPr>
        <p:spPr/>
        <p:txBody>
          <a:bodyPr/>
          <a:lstStyle/>
          <a:p>
            <a:fld id="{7D871F5F-C8AF-484B-B19A-A0CBCE8C7764}" type="slidenum">
              <a:rPr lang="en-US" smtClean="0"/>
              <a:t>16</a:t>
            </a:fld>
            <a:endParaRPr lang="en-US"/>
          </a:p>
        </p:txBody>
      </p:sp>
      <p:pic>
        <p:nvPicPr>
          <p:cNvPr id="8" name="Picture 7">
            <a:extLst>
              <a:ext uri="{FF2B5EF4-FFF2-40B4-BE49-F238E27FC236}">
                <a16:creationId xmlns:a16="http://schemas.microsoft.com/office/drawing/2014/main" id="{07709F3B-FCA5-0118-A0AA-BEA42656DE62}"/>
              </a:ext>
            </a:extLst>
          </p:cNvPr>
          <p:cNvPicPr>
            <a:picLocks noChangeAspect="1"/>
          </p:cNvPicPr>
          <p:nvPr/>
        </p:nvPicPr>
        <p:blipFill>
          <a:blip r:embed="rId2"/>
          <a:stretch>
            <a:fillRect/>
          </a:stretch>
        </p:blipFill>
        <p:spPr>
          <a:xfrm>
            <a:off x="6661229" y="2438472"/>
            <a:ext cx="3113939" cy="2343735"/>
          </a:xfrm>
          <a:prstGeom prst="rect">
            <a:avLst/>
          </a:prstGeom>
        </p:spPr>
      </p:pic>
      <p:graphicFrame>
        <p:nvGraphicFramePr>
          <p:cNvPr id="12" name="Object 11">
            <a:extLst>
              <a:ext uri="{FF2B5EF4-FFF2-40B4-BE49-F238E27FC236}">
                <a16:creationId xmlns:a16="http://schemas.microsoft.com/office/drawing/2014/main" id="{370663DD-A368-431C-ABDD-17EB40C29F03}"/>
              </a:ext>
            </a:extLst>
          </p:cNvPr>
          <p:cNvGraphicFramePr>
            <a:graphicFrameLocks noChangeAspect="1"/>
          </p:cNvGraphicFramePr>
          <p:nvPr>
            <p:extLst>
              <p:ext uri="{D42A27DB-BD31-4B8C-83A1-F6EECF244321}">
                <p14:modId xmlns:p14="http://schemas.microsoft.com/office/powerpoint/2010/main" val="1125824427"/>
              </p:ext>
            </p:extLst>
          </p:nvPr>
        </p:nvGraphicFramePr>
        <p:xfrm>
          <a:off x="2195010" y="2806263"/>
          <a:ext cx="2469404" cy="1571440"/>
        </p:xfrm>
        <a:graphic>
          <a:graphicData uri="http://schemas.openxmlformats.org/presentationml/2006/ole">
            <mc:AlternateContent xmlns:mc="http://schemas.openxmlformats.org/markup-compatibility/2006">
              <mc:Choice xmlns:v="urn:schemas-microsoft-com:vml" Requires="v">
                <p:oleObj name="Equation" r:id="rId3" imgW="1244600" imgH="787400" progId="Equation.3">
                  <p:embed/>
                </p:oleObj>
              </mc:Choice>
              <mc:Fallback>
                <p:oleObj name="Equation" r:id="rId3" imgW="1244600" imgH="787400" progId="Equation.3">
                  <p:embed/>
                  <p:pic>
                    <p:nvPicPr>
                      <p:cNvPr id="12" name="Object 11">
                        <a:extLst>
                          <a:ext uri="{FF2B5EF4-FFF2-40B4-BE49-F238E27FC236}">
                            <a16:creationId xmlns:a16="http://schemas.microsoft.com/office/drawing/2014/main" id="{370663DD-A368-431C-ABDD-17EB40C29F0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95010" y="2806263"/>
                        <a:ext cx="2469404" cy="1571440"/>
                      </a:xfrm>
                      <a:prstGeom prst="rect">
                        <a:avLst/>
                      </a:prstGeom>
                      <a:noFill/>
                    </p:spPr>
                  </p:pic>
                </p:oleObj>
              </mc:Fallback>
            </mc:AlternateContent>
          </a:graphicData>
        </a:graphic>
      </p:graphicFrame>
    </p:spTree>
    <p:extLst>
      <p:ext uri="{BB962C8B-B14F-4D97-AF65-F5344CB8AC3E}">
        <p14:creationId xmlns:p14="http://schemas.microsoft.com/office/powerpoint/2010/main" val="39211156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FBA5C9E-12B3-4216-9084-8B3EA671F7C5}"/>
              </a:ext>
            </a:extLst>
          </p:cNvPr>
          <p:cNvSpPr>
            <a:spLocks noGrp="1"/>
          </p:cNvSpPr>
          <p:nvPr>
            <p:ph type="title"/>
          </p:nvPr>
        </p:nvSpPr>
        <p:spPr/>
        <p:txBody>
          <a:bodyPr/>
          <a:lstStyle/>
          <a:p>
            <a:r>
              <a:rPr lang="en-US" dirty="0"/>
              <a:t>Calibration Results</a:t>
            </a:r>
          </a:p>
        </p:txBody>
      </p:sp>
      <p:sp>
        <p:nvSpPr>
          <p:cNvPr id="5" name="Content Placeholder 4">
            <a:extLst>
              <a:ext uri="{FF2B5EF4-FFF2-40B4-BE49-F238E27FC236}">
                <a16:creationId xmlns:a16="http://schemas.microsoft.com/office/drawing/2014/main" id="{BC047DDD-FCC6-465E-9F11-9E74AED32C09}"/>
              </a:ext>
            </a:extLst>
          </p:cNvPr>
          <p:cNvSpPr>
            <a:spLocks noGrp="1"/>
          </p:cNvSpPr>
          <p:nvPr>
            <p:ph idx="1"/>
          </p:nvPr>
        </p:nvSpPr>
        <p:spPr>
          <a:xfrm>
            <a:off x="431801" y="1115959"/>
            <a:ext cx="5216700" cy="4881688"/>
          </a:xfrm>
        </p:spPr>
        <p:txBody>
          <a:bodyPr>
            <a:normAutofit/>
          </a:bodyPr>
          <a:lstStyle/>
          <a:p>
            <a:r>
              <a:rPr lang="en-US" sz="2400" dirty="0"/>
              <a:t>Before calibration</a:t>
            </a:r>
          </a:p>
          <a:p>
            <a:pPr lvl="1"/>
            <a:r>
              <a:rPr lang="en-US" sz="2000" dirty="0"/>
              <a:t>1.02 </a:t>
            </a:r>
            <a:r>
              <a:rPr lang="el-GR" sz="2000" dirty="0">
                <a:latin typeface="Calibri" panose="020F0502020204030204" pitchFamily="34" charset="0"/>
                <a:cs typeface="Calibri" panose="020F0502020204030204" pitchFamily="34" charset="0"/>
              </a:rPr>
              <a:t>Δ</a:t>
            </a:r>
            <a:r>
              <a:rPr lang="en-US" sz="2000" dirty="0"/>
              <a:t>E</a:t>
            </a:r>
            <a:r>
              <a:rPr lang="en-US" sz="2000" baseline="-25000" dirty="0"/>
              <a:t>00</a:t>
            </a:r>
            <a:r>
              <a:rPr lang="en-US" sz="2000" dirty="0"/>
              <a:t> (“General”)</a:t>
            </a:r>
          </a:p>
        </p:txBody>
      </p:sp>
      <p:sp>
        <p:nvSpPr>
          <p:cNvPr id="2" name="Rectangle 4">
            <a:extLst>
              <a:ext uri="{FF2B5EF4-FFF2-40B4-BE49-F238E27FC236}">
                <a16:creationId xmlns:a16="http://schemas.microsoft.com/office/drawing/2014/main" id="{7C33894F-B94B-21A2-6EC4-534E18555016}"/>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9218" name="Picture 2">
            <a:extLst>
              <a:ext uri="{FF2B5EF4-FFF2-40B4-BE49-F238E27FC236}">
                <a16:creationId xmlns:a16="http://schemas.microsoft.com/office/drawing/2014/main" id="{456A6975-3630-0236-B832-553A0864B60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08568" y="4745868"/>
            <a:ext cx="4233978" cy="15718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19" name="Picture 3">
            <a:extLst>
              <a:ext uri="{FF2B5EF4-FFF2-40B4-BE49-F238E27FC236}">
                <a16:creationId xmlns:a16="http://schemas.microsoft.com/office/drawing/2014/main" id="{969D0F50-02CA-C688-8103-3063E5D27AB5}"/>
              </a:ext>
            </a:extLst>
          </p:cNvPr>
          <p:cNvPicPr>
            <a:picLocks noChangeArrowheads="1"/>
          </p:cNvPicPr>
          <p:nvPr/>
        </p:nvPicPr>
        <p:blipFill>
          <a:blip r:embed="rId4">
            <a:extLst>
              <a:ext uri="{28A0092B-C50C-407E-A947-70E740481C1C}">
                <a14:useLocalDpi xmlns:a14="http://schemas.microsoft.com/office/drawing/2010/main" val="0"/>
              </a:ext>
            </a:extLst>
          </a:blip>
          <a:srcRect l="3929" t="-337" r="7669"/>
          <a:stretch>
            <a:fillRect/>
          </a:stretch>
        </p:blipFill>
        <p:spPr bwMode="auto">
          <a:xfrm>
            <a:off x="1228899" y="2209827"/>
            <a:ext cx="3811452" cy="2417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0" name="Picture 4">
            <a:extLst>
              <a:ext uri="{FF2B5EF4-FFF2-40B4-BE49-F238E27FC236}">
                <a16:creationId xmlns:a16="http://schemas.microsoft.com/office/drawing/2014/main" id="{D637E2B4-1329-5BA7-68A2-4FBAF316040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01172" y="4745867"/>
            <a:ext cx="4245322" cy="15787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1" name="Picture 5">
            <a:extLst>
              <a:ext uri="{FF2B5EF4-FFF2-40B4-BE49-F238E27FC236}">
                <a16:creationId xmlns:a16="http://schemas.microsoft.com/office/drawing/2014/main" id="{771D7645-19E9-E0C3-BFED-FC0D544C1B1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l="4570"/>
          <a:stretch>
            <a:fillRect/>
          </a:stretch>
        </p:blipFill>
        <p:spPr bwMode="auto">
          <a:xfrm>
            <a:off x="6667195" y="2247243"/>
            <a:ext cx="4074309" cy="2379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Content Placeholder 4">
            <a:extLst>
              <a:ext uri="{FF2B5EF4-FFF2-40B4-BE49-F238E27FC236}">
                <a16:creationId xmlns:a16="http://schemas.microsoft.com/office/drawing/2014/main" id="{C7A26554-E9A4-26CD-C82A-C40237417C46}"/>
              </a:ext>
            </a:extLst>
          </p:cNvPr>
          <p:cNvSpPr txBox="1">
            <a:spLocks/>
          </p:cNvSpPr>
          <p:nvPr/>
        </p:nvSpPr>
        <p:spPr>
          <a:xfrm>
            <a:off x="6096000" y="1115959"/>
            <a:ext cx="5216700" cy="4881688"/>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28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400" kern="1200">
                <a:solidFill>
                  <a:srgbClr val="0070C0"/>
                </a:solidFill>
                <a:latin typeface="+mn-lt"/>
                <a:ea typeface="+mn-ea"/>
                <a:cs typeface="+mn-cs"/>
              </a:defRPr>
            </a:lvl2pPr>
            <a:lvl3pPr marL="1143000" indent="-228600" algn="l" defTabSz="457200" rtl="0" eaLnBrk="1" latinLnBrk="0" hangingPunct="1">
              <a:spcBef>
                <a:spcPct val="20000"/>
              </a:spcBef>
              <a:buFont typeface="Arial"/>
              <a:buChar char="•"/>
              <a:defRPr sz="20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8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800" kern="1200">
                <a:solidFill>
                  <a:srgbClr val="0070C0"/>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400" dirty="0"/>
              <a:t>After calibration</a:t>
            </a:r>
          </a:p>
          <a:p>
            <a:pPr lvl="1"/>
            <a:r>
              <a:rPr lang="en-US" sz="2000" dirty="0"/>
              <a:t>0.57 </a:t>
            </a:r>
            <a:r>
              <a:rPr lang="el-GR" sz="2000" dirty="0">
                <a:latin typeface="Calibri" panose="020F0502020204030204" pitchFamily="34" charset="0"/>
                <a:cs typeface="Calibri" panose="020F0502020204030204" pitchFamily="34" charset="0"/>
              </a:rPr>
              <a:t>Δ</a:t>
            </a:r>
            <a:r>
              <a:rPr lang="en-US" sz="2000" dirty="0"/>
              <a:t>E</a:t>
            </a:r>
            <a:r>
              <a:rPr lang="en-US" sz="2000" baseline="-25000" dirty="0"/>
              <a:t>00</a:t>
            </a:r>
            <a:r>
              <a:rPr lang="en-US" sz="2000" dirty="0"/>
              <a:t> (“General”) or 44% reduction </a:t>
            </a:r>
          </a:p>
          <a:p>
            <a:pPr lvl="1"/>
            <a:r>
              <a:rPr lang="en-US" sz="2000" dirty="0"/>
              <a:t>“Standard LED” has the lowest </a:t>
            </a:r>
            <a:r>
              <a:rPr lang="el-GR" sz="2000" dirty="0">
                <a:latin typeface="Calibri" panose="020F0502020204030204" pitchFamily="34" charset="0"/>
                <a:cs typeface="Calibri" panose="020F0502020204030204" pitchFamily="34" charset="0"/>
              </a:rPr>
              <a:t>Δ</a:t>
            </a:r>
            <a:r>
              <a:rPr lang="en-US" sz="2000" dirty="0"/>
              <a:t>E</a:t>
            </a:r>
            <a:r>
              <a:rPr lang="en-US" sz="2000" baseline="-25000" dirty="0"/>
              <a:t>00</a:t>
            </a:r>
            <a:r>
              <a:rPr lang="en-US" sz="2000" dirty="0"/>
              <a:t> </a:t>
            </a:r>
          </a:p>
        </p:txBody>
      </p:sp>
      <p:sp>
        <p:nvSpPr>
          <p:cNvPr id="3" name="Slide Number Placeholder 2">
            <a:extLst>
              <a:ext uri="{FF2B5EF4-FFF2-40B4-BE49-F238E27FC236}">
                <a16:creationId xmlns:a16="http://schemas.microsoft.com/office/drawing/2014/main" id="{48BDAF61-D9A4-6A95-7B04-5E51E4E2624A}"/>
              </a:ext>
            </a:extLst>
          </p:cNvPr>
          <p:cNvSpPr>
            <a:spLocks noGrp="1"/>
          </p:cNvSpPr>
          <p:nvPr>
            <p:ph type="sldNum" sz="quarter" idx="4"/>
          </p:nvPr>
        </p:nvSpPr>
        <p:spPr/>
        <p:txBody>
          <a:bodyPr/>
          <a:lstStyle/>
          <a:p>
            <a:fld id="{7D871F5F-C8AF-484B-B19A-A0CBCE8C7764}" type="slidenum">
              <a:rPr lang="en-US" smtClean="0"/>
              <a:t>17</a:t>
            </a:fld>
            <a:endParaRPr lang="en-US"/>
          </a:p>
        </p:txBody>
      </p:sp>
    </p:spTree>
    <p:extLst>
      <p:ext uri="{BB962C8B-B14F-4D97-AF65-F5344CB8AC3E}">
        <p14:creationId xmlns:p14="http://schemas.microsoft.com/office/powerpoint/2010/main" val="17448652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612386-62F1-488B-8208-58917C9A7271}"/>
              </a:ext>
            </a:extLst>
          </p:cNvPr>
          <p:cNvSpPr>
            <a:spLocks noGrp="1"/>
          </p:cNvSpPr>
          <p:nvPr>
            <p:ph type="title"/>
          </p:nvPr>
        </p:nvSpPr>
        <p:spPr/>
        <p:txBody>
          <a:bodyPr/>
          <a:lstStyle/>
          <a:p>
            <a:r>
              <a:rPr lang="en-US" dirty="0"/>
              <a:t>Discussion</a:t>
            </a:r>
          </a:p>
        </p:txBody>
      </p:sp>
      <p:sp>
        <p:nvSpPr>
          <p:cNvPr id="5" name="Content Placeholder 4">
            <a:extLst>
              <a:ext uri="{FF2B5EF4-FFF2-40B4-BE49-F238E27FC236}">
                <a16:creationId xmlns:a16="http://schemas.microsoft.com/office/drawing/2014/main" id="{62EB16D9-0310-4312-89EF-B046E5B5D6AA}"/>
              </a:ext>
            </a:extLst>
          </p:cNvPr>
          <p:cNvSpPr txBox="1">
            <a:spLocks/>
          </p:cNvSpPr>
          <p:nvPr/>
        </p:nvSpPr>
        <p:spPr>
          <a:xfrm>
            <a:off x="431801" y="1414131"/>
            <a:ext cx="11345471" cy="4881688"/>
          </a:xfrm>
          <a:prstGeom prst="rect">
            <a:avLst/>
          </a:prstGeom>
        </p:spPr>
        <p:txBody>
          <a:bodyPr>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400" dirty="0"/>
              <a:t>Rendering software is important but not included in the experiments</a:t>
            </a:r>
          </a:p>
          <a:p>
            <a:r>
              <a:rPr lang="en-US" sz="2400" dirty="0"/>
              <a:t>Consumer-grade instruments may be sufficient for measuring VR colors but not for photometry such as luminance</a:t>
            </a:r>
          </a:p>
          <a:p>
            <a:r>
              <a:rPr lang="en-US" sz="2400" dirty="0"/>
              <a:t>Using a CCK as a colorimeter is a useful feature, but not all CCKs support it</a:t>
            </a:r>
          </a:p>
          <a:p>
            <a:r>
              <a:rPr lang="en-US" sz="2400" dirty="0"/>
              <a:t>CCK accuracy depends on color shades (e.g., pink shades in digital pathology)</a:t>
            </a:r>
          </a:p>
          <a:p>
            <a:r>
              <a:rPr lang="en-US" sz="2400" dirty="0"/>
              <a:t>IDMS Appendix A7 provides calibration methods for telescopic meters, but not for contact-type</a:t>
            </a:r>
          </a:p>
          <a:p>
            <a:endParaRPr lang="en-US" sz="2400" dirty="0"/>
          </a:p>
          <a:p>
            <a:endParaRPr lang="en-US" sz="2400" dirty="0"/>
          </a:p>
          <a:p>
            <a:endParaRPr lang="en-US" sz="2400" dirty="0"/>
          </a:p>
        </p:txBody>
      </p:sp>
      <p:sp>
        <p:nvSpPr>
          <p:cNvPr id="3" name="Slide Number Placeholder 2">
            <a:extLst>
              <a:ext uri="{FF2B5EF4-FFF2-40B4-BE49-F238E27FC236}">
                <a16:creationId xmlns:a16="http://schemas.microsoft.com/office/drawing/2014/main" id="{6422A113-1F93-DAFE-FC6F-06B953AD1C60}"/>
              </a:ext>
            </a:extLst>
          </p:cNvPr>
          <p:cNvSpPr>
            <a:spLocks noGrp="1"/>
          </p:cNvSpPr>
          <p:nvPr>
            <p:ph type="sldNum" sz="quarter" idx="4"/>
          </p:nvPr>
        </p:nvSpPr>
        <p:spPr/>
        <p:txBody>
          <a:bodyPr/>
          <a:lstStyle/>
          <a:p>
            <a:fld id="{7D871F5F-C8AF-484B-B19A-A0CBCE8C7764}" type="slidenum">
              <a:rPr lang="en-US" smtClean="0"/>
              <a:t>18</a:t>
            </a:fld>
            <a:endParaRPr lang="en-US"/>
          </a:p>
        </p:txBody>
      </p:sp>
    </p:spTree>
    <p:extLst>
      <p:ext uri="{BB962C8B-B14F-4D97-AF65-F5344CB8AC3E}">
        <p14:creationId xmlns:p14="http://schemas.microsoft.com/office/powerpoint/2010/main" val="21616466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612386-62F1-488B-8208-58917C9A7271}"/>
              </a:ext>
            </a:extLst>
          </p:cNvPr>
          <p:cNvSpPr>
            <a:spLocks noGrp="1"/>
          </p:cNvSpPr>
          <p:nvPr>
            <p:ph type="title"/>
          </p:nvPr>
        </p:nvSpPr>
        <p:spPr/>
        <p:txBody>
          <a:bodyPr/>
          <a:lstStyle/>
          <a:p>
            <a:r>
              <a:rPr lang="en-US" dirty="0"/>
              <a:t>Conclusions</a:t>
            </a:r>
          </a:p>
        </p:txBody>
      </p:sp>
      <p:sp>
        <p:nvSpPr>
          <p:cNvPr id="5" name="Content Placeholder 4">
            <a:extLst>
              <a:ext uri="{FF2B5EF4-FFF2-40B4-BE49-F238E27FC236}">
                <a16:creationId xmlns:a16="http://schemas.microsoft.com/office/drawing/2014/main" id="{62EB16D9-0310-4312-89EF-B046E5B5D6AA}"/>
              </a:ext>
            </a:extLst>
          </p:cNvPr>
          <p:cNvSpPr txBox="1">
            <a:spLocks/>
          </p:cNvSpPr>
          <p:nvPr/>
        </p:nvSpPr>
        <p:spPr>
          <a:xfrm>
            <a:off x="431801" y="1414131"/>
            <a:ext cx="11345471" cy="4881688"/>
          </a:xfrm>
          <a:prstGeom prst="rect">
            <a:avLst/>
          </a:prstGeom>
        </p:spPr>
        <p:txBody>
          <a:bodyPr>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400" dirty="0"/>
              <a:t>Professional-grade instruments can be used by researchers to measure VR headsets in a lab setting.</a:t>
            </a:r>
          </a:p>
          <a:p>
            <a:r>
              <a:rPr lang="en-US" sz="2400" dirty="0"/>
              <a:t>Consumer-grade instruments can be used by end-users to conduct on-site quality assurance/quality control procedures.</a:t>
            </a:r>
          </a:p>
          <a:p>
            <a:r>
              <a:rPr lang="en-US" sz="2400" dirty="0"/>
              <a:t>The proposed calibration method can be used to improve accuracy of color calibration kits.</a:t>
            </a:r>
          </a:p>
          <a:p>
            <a:r>
              <a:rPr lang="en-US" sz="2400"/>
              <a:t>This </a:t>
            </a:r>
            <a:r>
              <a:rPr lang="en-US" sz="2400" dirty="0"/>
              <a:t>study may help end-users make informed decisions on adopting consumer-grade instruments that are much cheaper than professional-grade instruments.</a:t>
            </a:r>
          </a:p>
          <a:p>
            <a:endParaRPr lang="en-US" sz="2400" dirty="0"/>
          </a:p>
          <a:p>
            <a:endParaRPr lang="en-US" sz="2400" dirty="0"/>
          </a:p>
          <a:p>
            <a:endParaRPr lang="en-US" sz="2400" dirty="0"/>
          </a:p>
        </p:txBody>
      </p:sp>
      <p:sp>
        <p:nvSpPr>
          <p:cNvPr id="3" name="Slide Number Placeholder 2">
            <a:extLst>
              <a:ext uri="{FF2B5EF4-FFF2-40B4-BE49-F238E27FC236}">
                <a16:creationId xmlns:a16="http://schemas.microsoft.com/office/drawing/2014/main" id="{8A80AAB8-B7CC-92BC-8B9D-8E05A923550A}"/>
              </a:ext>
            </a:extLst>
          </p:cNvPr>
          <p:cNvSpPr>
            <a:spLocks noGrp="1"/>
          </p:cNvSpPr>
          <p:nvPr>
            <p:ph type="sldNum" sz="quarter" idx="4"/>
          </p:nvPr>
        </p:nvSpPr>
        <p:spPr/>
        <p:txBody>
          <a:bodyPr/>
          <a:lstStyle/>
          <a:p>
            <a:fld id="{7D871F5F-C8AF-484B-B19A-A0CBCE8C7764}" type="slidenum">
              <a:rPr lang="en-US" smtClean="0"/>
              <a:t>19</a:t>
            </a:fld>
            <a:endParaRPr lang="en-US"/>
          </a:p>
        </p:txBody>
      </p:sp>
    </p:spTree>
    <p:extLst>
      <p:ext uri="{BB962C8B-B14F-4D97-AF65-F5344CB8AC3E}">
        <p14:creationId xmlns:p14="http://schemas.microsoft.com/office/powerpoint/2010/main" val="18265596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612386-62F1-488B-8208-58917C9A7271}"/>
              </a:ext>
            </a:extLst>
          </p:cNvPr>
          <p:cNvSpPr>
            <a:spLocks noGrp="1"/>
          </p:cNvSpPr>
          <p:nvPr>
            <p:ph type="title"/>
          </p:nvPr>
        </p:nvSpPr>
        <p:spPr/>
        <p:txBody>
          <a:bodyPr/>
          <a:lstStyle/>
          <a:p>
            <a:r>
              <a:rPr lang="en-US" dirty="0"/>
              <a:t>Medical Extended Reality Program</a:t>
            </a:r>
          </a:p>
        </p:txBody>
      </p:sp>
      <p:sp>
        <p:nvSpPr>
          <p:cNvPr id="5" name="Content Placeholder 4">
            <a:extLst>
              <a:ext uri="{FF2B5EF4-FFF2-40B4-BE49-F238E27FC236}">
                <a16:creationId xmlns:a16="http://schemas.microsoft.com/office/drawing/2014/main" id="{62EB16D9-0310-4312-89EF-B046E5B5D6AA}"/>
              </a:ext>
            </a:extLst>
          </p:cNvPr>
          <p:cNvSpPr txBox="1">
            <a:spLocks/>
          </p:cNvSpPr>
          <p:nvPr/>
        </p:nvSpPr>
        <p:spPr>
          <a:xfrm>
            <a:off x="431801" y="1414131"/>
            <a:ext cx="11345471" cy="4881688"/>
          </a:xfrm>
          <a:prstGeom prst="rect">
            <a:avLst/>
          </a:prstGeom>
        </p:spPr>
        <p:txBody>
          <a:bodyPr>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400" dirty="0"/>
              <a:t>https://www.fda.gov/medical-devices/medical-device-regulatory-science-research-programs-conducted-osel/medical-extended-reality-program-research-medical-extended-reality-based-medical-devices</a:t>
            </a:r>
          </a:p>
          <a:p>
            <a:endParaRPr lang="en-US" sz="2400" dirty="0"/>
          </a:p>
          <a:p>
            <a:endParaRPr lang="en-US" sz="2400" dirty="0"/>
          </a:p>
          <a:p>
            <a:endParaRPr lang="en-US" sz="2400" dirty="0"/>
          </a:p>
        </p:txBody>
      </p:sp>
      <p:pic>
        <p:nvPicPr>
          <p:cNvPr id="4" name="Picture 3" descr="A picture containing text, outdoor&#10;&#10;Description automatically generated">
            <a:extLst>
              <a:ext uri="{FF2B5EF4-FFF2-40B4-BE49-F238E27FC236}">
                <a16:creationId xmlns:a16="http://schemas.microsoft.com/office/drawing/2014/main" id="{F7224C01-4846-1611-9B11-9062B1F5B25B}"/>
              </a:ext>
            </a:extLst>
          </p:cNvPr>
          <p:cNvPicPr>
            <a:picLocks noChangeAspect="1"/>
          </p:cNvPicPr>
          <p:nvPr/>
        </p:nvPicPr>
        <p:blipFill>
          <a:blip r:embed="rId3"/>
          <a:stretch>
            <a:fillRect/>
          </a:stretch>
        </p:blipFill>
        <p:spPr>
          <a:xfrm>
            <a:off x="7716824" y="2797629"/>
            <a:ext cx="3233057" cy="3233057"/>
          </a:xfrm>
          <a:prstGeom prst="rect">
            <a:avLst/>
          </a:prstGeom>
        </p:spPr>
      </p:pic>
      <p:sp>
        <p:nvSpPr>
          <p:cNvPr id="3" name="Slide Number Placeholder 2">
            <a:extLst>
              <a:ext uri="{FF2B5EF4-FFF2-40B4-BE49-F238E27FC236}">
                <a16:creationId xmlns:a16="http://schemas.microsoft.com/office/drawing/2014/main" id="{DF4D7EAD-E5C2-BCA0-53D6-E87CF9A23DBD}"/>
              </a:ext>
            </a:extLst>
          </p:cNvPr>
          <p:cNvSpPr>
            <a:spLocks noGrp="1"/>
          </p:cNvSpPr>
          <p:nvPr>
            <p:ph type="sldNum" sz="quarter" idx="4"/>
          </p:nvPr>
        </p:nvSpPr>
        <p:spPr/>
        <p:txBody>
          <a:bodyPr/>
          <a:lstStyle/>
          <a:p>
            <a:fld id="{7D871F5F-C8AF-484B-B19A-A0CBCE8C7764}" type="slidenum">
              <a:rPr lang="en-US" smtClean="0"/>
              <a:t>20</a:t>
            </a:fld>
            <a:endParaRPr lang="en-US"/>
          </a:p>
        </p:txBody>
      </p:sp>
    </p:spTree>
    <p:extLst>
      <p:ext uri="{BB962C8B-B14F-4D97-AF65-F5344CB8AC3E}">
        <p14:creationId xmlns:p14="http://schemas.microsoft.com/office/powerpoint/2010/main" val="273690622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spe:Receivers xmlns:spe="http://schemas.microsoft.com/sharepoint/events">
  <Receiver>
    <Name>Document ID Generator</Name>
    <Synchronization>Synchronous</Synchronization>
    <Type>10001</Type>
    <SequenceNumber>1000</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10002</Type>
    <SequenceNumber>1001</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10004</Type>
    <SequenceNumber>1002</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10006</Type>
    <SequenceNumber>1003</SequenceNumber>
    <Assembly>Microsoft.Office.DocumentManagement, Version=14.0.0.0, Culture=neutral, PublicKeyToken=71e9bce111e9429c</Assembly>
    <Class>Microsoft.Office.DocumentManagement.Internal.DocIdHandler</Class>
    <Data/>
    <Filter/>
  </Receiver>
</spe:Receiver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E3B9EDCC71E9F74288EF282D9DFC3C23" ma:contentTypeVersion="0" ma:contentTypeDescription="Create a new document." ma:contentTypeScope="" ma:versionID="b99778852bba2fdbac05920b24c8546f">
  <xsd:schema xmlns:xsd="http://www.w3.org/2001/XMLSchema" xmlns:xs="http://www.w3.org/2001/XMLSchema" xmlns:p="http://schemas.microsoft.com/office/2006/metadata/properties" xmlns:ns2="c593544c-8bc9-488a-9957-4d59a7b3d015" targetNamespace="http://schemas.microsoft.com/office/2006/metadata/properties" ma:root="true" ma:fieldsID="22fd714b3bcd031aec1e010e85d81cd0" ns2:_="">
    <xsd:import namespace="c593544c-8bc9-488a-9957-4d59a7b3d015"/>
    <xsd:element name="properties">
      <xsd:complexType>
        <xsd:sequence>
          <xsd:element name="documentManagement">
            <xsd:complexType>
              <xsd:all>
                <xsd:element ref="ns2:_dlc_DocId" minOccurs="0"/>
                <xsd:element ref="ns2:_dlc_DocIdUrl" minOccurs="0"/>
                <xsd:element ref="ns2:_dlc_DocIdPersistI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593544c-8bc9-488a-9957-4d59a7b3d015" elementFormDefault="qualified">
    <xsd:import namespace="http://schemas.microsoft.com/office/2006/documentManagement/types"/>
    <xsd:import namespace="http://schemas.microsoft.com/office/infopath/2007/PartnerControls"/>
    <xsd:element name="_dlc_DocId" ma:index="8" nillable="true" ma:displayName="Document ID Value" ma:description="The value of the document ID assigned to this item."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p:properties xmlns:p="http://schemas.microsoft.com/office/2006/metadata/properties" xmlns:xsi="http://www.w3.org/2001/XMLSchema-instance" xmlns:pc="http://schemas.microsoft.com/office/infopath/2007/PartnerControls">
  <documentManagement>
    <_dlc_DocId xmlns="c593544c-8bc9-488a-9957-4d59a7b3d015">NJC53XMUYPVP-91-873</_dlc_DocId>
    <_dlc_DocIdUrl xmlns="c593544c-8bc9-488a-9957-4d59a7b3d015">
      <Url>http://sharepoint.fda.gov/orgs/CDRH-OSEL/DALS/_layouts/DocIdRedir.aspx?ID=NJC53XMUYPVP-91-873</Url>
      <Description>NJC53XMUYPVP-91-873</Description>
    </_dlc_DocIdUrl>
  </documentManagement>
</p:properties>
</file>

<file path=customXml/itemProps1.xml><?xml version="1.0" encoding="utf-8"?>
<ds:datastoreItem xmlns:ds="http://schemas.openxmlformats.org/officeDocument/2006/customXml" ds:itemID="{8A0B6B87-E308-4998-9FF1-FC97A935A1C3}">
  <ds:schemaRefs>
    <ds:schemaRef ds:uri="http://schemas.microsoft.com/sharepoint/events"/>
  </ds:schemaRefs>
</ds:datastoreItem>
</file>

<file path=customXml/itemProps2.xml><?xml version="1.0" encoding="utf-8"?>
<ds:datastoreItem xmlns:ds="http://schemas.openxmlformats.org/officeDocument/2006/customXml" ds:itemID="{8B2F42C8-14DF-409B-97A7-B4F949E4E9F1}">
  <ds:schemaRefs>
    <ds:schemaRef ds:uri="http://schemas.microsoft.com/sharepoint/v3/contenttype/forms"/>
  </ds:schemaRefs>
</ds:datastoreItem>
</file>

<file path=customXml/itemProps3.xml><?xml version="1.0" encoding="utf-8"?>
<ds:datastoreItem xmlns:ds="http://schemas.openxmlformats.org/officeDocument/2006/customXml" ds:itemID="{1771C728-E913-4DEE-9924-E3B2E1DCABC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593544c-8bc9-488a-9957-4d59a7b3d01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4.xml><?xml version="1.0" encoding="utf-8"?>
<ds:datastoreItem xmlns:ds="http://schemas.openxmlformats.org/officeDocument/2006/customXml" ds:itemID="{41D7AE71-B567-46EF-9C33-ABD8656229AE}">
  <ds:schemaRefs>
    <ds:schemaRef ds:uri="http://purl.org/dc/elements/1.1/"/>
    <ds:schemaRef ds:uri="http://purl.org/dc/dcmitype/"/>
    <ds:schemaRef ds:uri="http://schemas.microsoft.com/office/infopath/2007/PartnerControls"/>
    <ds:schemaRef ds:uri="http://purl.org/dc/terms/"/>
    <ds:schemaRef ds:uri="http://schemas.microsoft.com/office/2006/documentManagement/types"/>
    <ds:schemaRef ds:uri="http://schemas.openxmlformats.org/package/2006/metadata/core-properties"/>
    <ds:schemaRef ds:uri="c593544c-8bc9-488a-9957-4d59a7b3d015"/>
    <ds:schemaRef ds:uri="http://schemas.microsoft.com/office/2006/metadata/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
  <TotalTime>12857</TotalTime>
  <Words>948</Words>
  <Application>Microsoft Office PowerPoint</Application>
  <PresentationFormat>Widescreen</PresentationFormat>
  <Paragraphs>209</Paragraphs>
  <Slides>20</Slides>
  <Notes>13</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20</vt:i4>
      </vt:variant>
    </vt:vector>
  </HeadingPairs>
  <TitlesOfParts>
    <vt:vector size="26" baseType="lpstr">
      <vt:lpstr>Arial</vt:lpstr>
      <vt:lpstr>Calibri</vt:lpstr>
      <vt:lpstr>Segoe UI</vt:lpstr>
      <vt:lpstr>Times New Roman</vt:lpstr>
      <vt:lpstr>Office Theme</vt:lpstr>
      <vt:lpstr>Equation</vt:lpstr>
      <vt:lpstr>Color characterization of virtual reality devices using professional- and consumer-grade instruments</vt:lpstr>
      <vt:lpstr>Introduction</vt:lpstr>
      <vt:lpstr>Overview</vt:lpstr>
      <vt:lpstr>Professional-grade Instrument</vt:lpstr>
      <vt:lpstr>Consumer-grade Instrument</vt:lpstr>
      <vt:lpstr>Use CCK as a Colorimeter</vt:lpstr>
      <vt:lpstr>VR Headset</vt:lpstr>
      <vt:lpstr>Setup</vt:lpstr>
      <vt:lpstr>Datasets</vt:lpstr>
      <vt:lpstr>Measurement Data #1 (3 patches)</vt:lpstr>
      <vt:lpstr>Measurement Data #2 (602 patches)</vt:lpstr>
      <vt:lpstr>Measurement Data #3 (24 patches)</vt:lpstr>
      <vt:lpstr>Measurement Data #3 from Consumer-grade</vt:lpstr>
      <vt:lpstr>CCK Accuracy vs Backlight Mode</vt:lpstr>
      <vt:lpstr>Error Analysis</vt:lpstr>
      <vt:lpstr>Calibration</vt:lpstr>
      <vt:lpstr>Calibration Results</vt:lpstr>
      <vt:lpstr>Discussion</vt:lpstr>
      <vt:lpstr>Conclusions</vt:lpstr>
      <vt:lpstr>Medical Extended Reality Program</vt:lpstr>
    </vt:vector>
  </TitlesOfParts>
  <Company>Sensis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Cory Grabow</dc:creator>
  <cp:lastModifiedBy>Cheng, Wei-Chung</cp:lastModifiedBy>
  <cp:revision>438</cp:revision>
  <cp:lastPrinted>2023-05-15T04:59:34Z</cp:lastPrinted>
  <dcterms:created xsi:type="dcterms:W3CDTF">2015-10-02T20:33:31Z</dcterms:created>
  <dcterms:modified xsi:type="dcterms:W3CDTF">2023-05-25T17:24:32Z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0x010100E3B9EDCC71E9F74288EF282D9DFC3C23</vt:lpwstr>
  </property>
  <property fmtid="{D5CDD505-2E9C-101B-9397-08002B2CF9AE}" pid="3" name="_dlc_DocIdItemGuid">
    <vt:lpwstr>a118199a-c7ca-4c3b-8cb8-ebfd333187c9</vt:lpwstr>
  </property>
</Properties>
</file>